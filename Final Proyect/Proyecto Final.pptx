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;p3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3" name="Google Shape;11;p3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4" name="Google Shape;12;p3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" name="Google Shape;13;p3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" name="Google Shape;14;p3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7" name="Google Shape;15;p3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" name="Google Shape;16;p3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9" name="Google Shape;17;p3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10" name="Google Shape;18;p3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1" name="Google Shape;19;p3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2" name="Google Shape;20;p3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3" name="Google Shape;21;p3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4" name="Google Shape;22;p3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" name="Google Shape;23;p3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6" name="Google Shape;24;p3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7" name="Google Shape;25;p3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" name="Google Shape;26;p3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1624788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007"/>
          </a:bodyPr>
          <a:p>
            <a:pPr indent="0">
              <a:buNone/>
            </a:pPr>
            <a:r>
              <a:rPr b="0" lang="en-US" sz="9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" name="Google Shape;29;p3"/>
          <p:cNvGrpSpPr/>
          <p:nvPr/>
        </p:nvGrpSpPr>
        <p:grpSpPr>
          <a:xfrm>
            <a:off x="12463200" y="6442920"/>
            <a:ext cx="4886640" cy="2644560"/>
            <a:chOff x="12463200" y="6442920"/>
            <a:chExt cx="4886640" cy="2644560"/>
          </a:xfrm>
        </p:grpSpPr>
        <p:grpSp>
          <p:nvGrpSpPr>
            <p:cNvPr id="21" name="Google Shape;30;p3"/>
            <p:cNvGrpSpPr/>
            <p:nvPr/>
          </p:nvGrpSpPr>
          <p:grpSpPr>
            <a:xfrm>
              <a:off x="14680440" y="8562240"/>
              <a:ext cx="2669400" cy="525240"/>
              <a:chOff x="14680440" y="8562240"/>
              <a:chExt cx="2669400" cy="525240"/>
            </a:xfrm>
          </p:grpSpPr>
          <p:sp>
            <p:nvSpPr>
              <p:cNvPr id="22" name="Google Shape;31;p3"/>
              <p:cNvSpPr/>
              <p:nvPr/>
            </p:nvSpPr>
            <p:spPr>
              <a:xfrm>
                <a:off x="14680440" y="871884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" name="Google Shape;32;p3"/>
              <p:cNvSpPr/>
              <p:nvPr/>
            </p:nvSpPr>
            <p:spPr>
              <a:xfrm>
                <a:off x="14680440" y="8562240"/>
                <a:ext cx="2669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4" name="Google Shape;33;p3"/>
            <p:cNvGrpSpPr/>
            <p:nvPr/>
          </p:nvGrpSpPr>
          <p:grpSpPr>
            <a:xfrm>
              <a:off x="14338440" y="7856280"/>
              <a:ext cx="3011040" cy="524880"/>
              <a:chOff x="14338440" y="7856280"/>
              <a:chExt cx="3011040" cy="524880"/>
            </a:xfrm>
          </p:grpSpPr>
          <p:sp>
            <p:nvSpPr>
              <p:cNvPr id="25" name="Google Shape;34;p3"/>
              <p:cNvSpPr/>
              <p:nvPr/>
            </p:nvSpPr>
            <p:spPr>
              <a:xfrm>
                <a:off x="14338440" y="801252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" name="Google Shape;35;p3"/>
              <p:cNvSpPr/>
              <p:nvPr/>
            </p:nvSpPr>
            <p:spPr>
              <a:xfrm>
                <a:off x="14338440" y="7856280"/>
                <a:ext cx="3010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7" name="Google Shape;36;p3"/>
            <p:cNvGrpSpPr/>
            <p:nvPr/>
          </p:nvGrpSpPr>
          <p:grpSpPr>
            <a:xfrm>
              <a:off x="13653720" y="6442920"/>
              <a:ext cx="1507680" cy="525240"/>
              <a:chOff x="13653720" y="6442920"/>
              <a:chExt cx="1507680" cy="525240"/>
            </a:xfrm>
          </p:grpSpPr>
          <p:sp>
            <p:nvSpPr>
              <p:cNvPr id="28" name="Google Shape;37;p3"/>
              <p:cNvSpPr/>
              <p:nvPr/>
            </p:nvSpPr>
            <p:spPr>
              <a:xfrm>
                <a:off x="13653720" y="659952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9" name="Google Shape;38;p3"/>
              <p:cNvSpPr/>
              <p:nvPr/>
            </p:nvSpPr>
            <p:spPr>
              <a:xfrm>
                <a:off x="13653720" y="6442920"/>
                <a:ext cx="15073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0" name="Google Shape;39;p3"/>
            <p:cNvGrpSpPr/>
            <p:nvPr/>
          </p:nvGrpSpPr>
          <p:grpSpPr>
            <a:xfrm>
              <a:off x="15510240" y="7149600"/>
              <a:ext cx="1839600" cy="525240"/>
              <a:chOff x="15510240" y="7149600"/>
              <a:chExt cx="1839600" cy="525240"/>
            </a:xfrm>
          </p:grpSpPr>
          <p:sp>
            <p:nvSpPr>
              <p:cNvPr id="31" name="Google Shape;40;p3"/>
              <p:cNvSpPr/>
              <p:nvPr/>
            </p:nvSpPr>
            <p:spPr>
              <a:xfrm>
                <a:off x="15510240" y="730620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2" name="Google Shape;41;p3"/>
              <p:cNvSpPr/>
              <p:nvPr/>
            </p:nvSpPr>
            <p:spPr>
              <a:xfrm>
                <a:off x="15510240" y="7149600"/>
                <a:ext cx="18392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3" name="Google Shape;42;p3"/>
            <p:cNvGrpSpPr/>
            <p:nvPr/>
          </p:nvGrpSpPr>
          <p:grpSpPr>
            <a:xfrm>
              <a:off x="16125120" y="6442920"/>
              <a:ext cx="1224360" cy="525240"/>
              <a:chOff x="16125120" y="6442920"/>
              <a:chExt cx="1224360" cy="525240"/>
            </a:xfrm>
          </p:grpSpPr>
          <p:sp>
            <p:nvSpPr>
              <p:cNvPr id="34" name="Google Shape;43;p3"/>
              <p:cNvSpPr/>
              <p:nvPr/>
            </p:nvSpPr>
            <p:spPr>
              <a:xfrm>
                <a:off x="16125120" y="659952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5" name="Google Shape;44;p3"/>
              <p:cNvSpPr/>
              <p:nvPr/>
            </p:nvSpPr>
            <p:spPr>
              <a:xfrm>
                <a:off x="16125120" y="64429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6" name="Google Shape;45;p3"/>
            <p:cNvGrpSpPr/>
            <p:nvPr/>
          </p:nvGrpSpPr>
          <p:grpSpPr>
            <a:xfrm>
              <a:off x="12981600" y="7856280"/>
              <a:ext cx="1224360" cy="524880"/>
              <a:chOff x="12981600" y="7856280"/>
              <a:chExt cx="1224360" cy="524880"/>
            </a:xfrm>
          </p:grpSpPr>
          <p:sp>
            <p:nvSpPr>
              <p:cNvPr id="37" name="Google Shape;46;p3"/>
              <p:cNvSpPr/>
              <p:nvPr/>
            </p:nvSpPr>
            <p:spPr>
              <a:xfrm>
                <a:off x="12981600" y="801252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8" name="Google Shape;47;p3"/>
              <p:cNvSpPr/>
              <p:nvPr/>
            </p:nvSpPr>
            <p:spPr>
              <a:xfrm>
                <a:off x="12981600" y="785628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9" name="Google Shape;48;p3"/>
            <p:cNvGrpSpPr/>
            <p:nvPr/>
          </p:nvGrpSpPr>
          <p:grpSpPr>
            <a:xfrm>
              <a:off x="13332960" y="8562240"/>
              <a:ext cx="1224360" cy="525240"/>
              <a:chOff x="13332960" y="8562240"/>
              <a:chExt cx="1224360" cy="525240"/>
            </a:xfrm>
          </p:grpSpPr>
          <p:sp>
            <p:nvSpPr>
              <p:cNvPr id="40" name="Google Shape;49;p3"/>
              <p:cNvSpPr/>
              <p:nvPr/>
            </p:nvSpPr>
            <p:spPr>
              <a:xfrm>
                <a:off x="13332960" y="87188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" name="Google Shape;50;p3"/>
              <p:cNvSpPr/>
              <p:nvPr/>
            </p:nvSpPr>
            <p:spPr>
              <a:xfrm>
                <a:off x="13332960" y="856224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2" name="Google Shape;51;p3"/>
            <p:cNvGrpSpPr/>
            <p:nvPr/>
          </p:nvGrpSpPr>
          <p:grpSpPr>
            <a:xfrm>
              <a:off x="14680440" y="7149600"/>
              <a:ext cx="746640" cy="525240"/>
              <a:chOff x="14680440" y="7149600"/>
              <a:chExt cx="746640" cy="525240"/>
            </a:xfrm>
          </p:grpSpPr>
          <p:sp>
            <p:nvSpPr>
              <p:cNvPr id="43" name="Google Shape;52;p3"/>
              <p:cNvSpPr/>
              <p:nvPr/>
            </p:nvSpPr>
            <p:spPr>
              <a:xfrm>
                <a:off x="14680440" y="730620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" name="Google Shape;53;p3"/>
              <p:cNvSpPr/>
              <p:nvPr/>
            </p:nvSpPr>
            <p:spPr>
              <a:xfrm>
                <a:off x="14680440" y="7149600"/>
                <a:ext cx="7466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5" name="Google Shape;54;p3"/>
            <p:cNvGrpSpPr/>
            <p:nvPr/>
          </p:nvGrpSpPr>
          <p:grpSpPr>
            <a:xfrm>
              <a:off x="12463200" y="8562240"/>
              <a:ext cx="746640" cy="525240"/>
              <a:chOff x="12463200" y="8562240"/>
              <a:chExt cx="746640" cy="525240"/>
            </a:xfrm>
          </p:grpSpPr>
          <p:sp>
            <p:nvSpPr>
              <p:cNvPr id="46" name="Google Shape;55;p3"/>
              <p:cNvSpPr/>
              <p:nvPr/>
            </p:nvSpPr>
            <p:spPr>
              <a:xfrm>
                <a:off x="12463200" y="87188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7" name="Google Shape;56;p3"/>
              <p:cNvSpPr/>
              <p:nvPr/>
            </p:nvSpPr>
            <p:spPr>
              <a:xfrm>
                <a:off x="12463200" y="8562240"/>
                <a:ext cx="7466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8" name="Google Shape;57;p3"/>
            <p:cNvGrpSpPr/>
            <p:nvPr/>
          </p:nvGrpSpPr>
          <p:grpSpPr>
            <a:xfrm>
              <a:off x="15268680" y="6442920"/>
              <a:ext cx="746640" cy="525240"/>
              <a:chOff x="15268680" y="6442920"/>
              <a:chExt cx="746640" cy="525240"/>
            </a:xfrm>
          </p:grpSpPr>
          <p:sp>
            <p:nvSpPr>
              <p:cNvPr id="49" name="Google Shape;58;p3"/>
              <p:cNvSpPr/>
              <p:nvPr/>
            </p:nvSpPr>
            <p:spPr>
              <a:xfrm>
                <a:off x="15268680" y="65995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" name="Google Shape;59;p3"/>
              <p:cNvSpPr/>
              <p:nvPr/>
            </p:nvSpPr>
            <p:spPr>
              <a:xfrm>
                <a:off x="15268680" y="6442920"/>
                <a:ext cx="7466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61;p4"/>
          <p:cNvGrpSpPr/>
          <p:nvPr/>
        </p:nvGrpSpPr>
        <p:grpSpPr>
          <a:xfrm>
            <a:off x="486000" y="416520"/>
            <a:ext cx="17315640" cy="9453960"/>
            <a:chOff x="486000" y="416520"/>
            <a:chExt cx="17315640" cy="9453960"/>
          </a:xfrm>
        </p:grpSpPr>
        <p:grpSp>
          <p:nvGrpSpPr>
            <p:cNvPr id="54" name="Google Shape;62;p4"/>
            <p:cNvGrpSpPr/>
            <p:nvPr/>
          </p:nvGrpSpPr>
          <p:grpSpPr>
            <a:xfrm>
              <a:off x="486000" y="416520"/>
              <a:ext cx="17301960" cy="9453960"/>
              <a:chOff x="486000" y="416520"/>
              <a:chExt cx="17301960" cy="9453960"/>
            </a:xfrm>
          </p:grpSpPr>
          <p:sp>
            <p:nvSpPr>
              <p:cNvPr id="55" name="Google Shape;63;p4"/>
              <p:cNvSpPr/>
              <p:nvPr/>
            </p:nvSpPr>
            <p:spPr>
              <a:xfrm>
                <a:off x="486000" y="59724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6" name="Google Shape;64;p4"/>
              <p:cNvSpPr/>
              <p:nvPr/>
            </p:nvSpPr>
            <p:spPr>
              <a:xfrm>
                <a:off x="486000" y="41652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7" name="Google Shape;65;p4"/>
            <p:cNvGrpSpPr/>
            <p:nvPr/>
          </p:nvGrpSpPr>
          <p:grpSpPr>
            <a:xfrm>
              <a:off x="499680" y="416520"/>
              <a:ext cx="17301960" cy="9453960"/>
              <a:chOff x="499680" y="416520"/>
              <a:chExt cx="17301960" cy="9453960"/>
            </a:xfrm>
          </p:grpSpPr>
          <p:sp>
            <p:nvSpPr>
              <p:cNvPr id="58" name="Google Shape;66;p4"/>
              <p:cNvSpPr/>
              <p:nvPr/>
            </p:nvSpPr>
            <p:spPr>
              <a:xfrm>
                <a:off x="499680" y="59724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9" name="Google Shape;67;p4"/>
              <p:cNvSpPr/>
              <p:nvPr/>
            </p:nvSpPr>
            <p:spPr>
              <a:xfrm>
                <a:off x="499680" y="41652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60" name="Google Shape;68;p4"/>
            <p:cNvCxnSpPr/>
            <p:nvPr/>
          </p:nvCxnSpPr>
          <p:spPr>
            <a:xfrm flipV="1">
              <a:off x="499680" y="1208520"/>
              <a:ext cx="1727424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61" name="Google Shape;69;p4"/>
            <p:cNvGrpSpPr/>
            <p:nvPr/>
          </p:nvGrpSpPr>
          <p:grpSpPr>
            <a:xfrm>
              <a:off x="724680" y="748440"/>
              <a:ext cx="295560" cy="295560"/>
              <a:chOff x="724680" y="748440"/>
              <a:chExt cx="295560" cy="295560"/>
            </a:xfrm>
          </p:grpSpPr>
          <p:sp>
            <p:nvSpPr>
              <p:cNvPr id="62" name="Google Shape;70;p4"/>
              <p:cNvSpPr/>
              <p:nvPr/>
            </p:nvSpPr>
            <p:spPr>
              <a:xfrm>
                <a:off x="724680" y="74844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3" name="Google Shape;71;p4"/>
              <p:cNvSpPr/>
              <p:nvPr/>
            </p:nvSpPr>
            <p:spPr>
              <a:xfrm>
                <a:off x="752400" y="75888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4" name="Google Shape;72;p4"/>
            <p:cNvGrpSpPr/>
            <p:nvPr/>
          </p:nvGrpSpPr>
          <p:grpSpPr>
            <a:xfrm>
              <a:off x="1227600" y="748440"/>
              <a:ext cx="295560" cy="295560"/>
              <a:chOff x="1227600" y="748440"/>
              <a:chExt cx="295560" cy="295560"/>
            </a:xfrm>
          </p:grpSpPr>
          <p:sp>
            <p:nvSpPr>
              <p:cNvPr id="65" name="Google Shape;73;p4"/>
              <p:cNvSpPr/>
              <p:nvPr/>
            </p:nvSpPr>
            <p:spPr>
              <a:xfrm>
                <a:off x="1227600" y="74844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" name="Google Shape;74;p4"/>
              <p:cNvSpPr/>
              <p:nvPr/>
            </p:nvSpPr>
            <p:spPr>
              <a:xfrm>
                <a:off x="1255320" y="75888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7" name="Google Shape;75;p4"/>
            <p:cNvGrpSpPr/>
            <p:nvPr/>
          </p:nvGrpSpPr>
          <p:grpSpPr>
            <a:xfrm>
              <a:off x="1733400" y="748440"/>
              <a:ext cx="295560" cy="295560"/>
              <a:chOff x="1733400" y="748440"/>
              <a:chExt cx="295560" cy="295560"/>
            </a:xfrm>
          </p:grpSpPr>
          <p:sp>
            <p:nvSpPr>
              <p:cNvPr id="68" name="Google Shape;76;p4"/>
              <p:cNvSpPr/>
              <p:nvPr/>
            </p:nvSpPr>
            <p:spPr>
              <a:xfrm>
                <a:off x="1733400" y="74844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9" name="Google Shape;77;p4"/>
              <p:cNvSpPr/>
              <p:nvPr/>
            </p:nvSpPr>
            <p:spPr>
              <a:xfrm>
                <a:off x="1761120" y="75888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378440" y="2544840"/>
            <a:ext cx="15531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999"/>
          </a:bodyPr>
          <a:p>
            <a:pPr indent="0">
              <a:buNone/>
            </a:pPr>
            <a:r>
              <a:rPr b="0" lang="en-US" sz="9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3040200" y="49014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2" name="Google Shape;80;p4"/>
          <p:cNvGrpSpPr/>
          <p:nvPr/>
        </p:nvGrpSpPr>
        <p:grpSpPr>
          <a:xfrm>
            <a:off x="14608080" y="4420800"/>
            <a:ext cx="2670840" cy="1445040"/>
            <a:chOff x="14608080" y="4420800"/>
            <a:chExt cx="2670840" cy="1445040"/>
          </a:xfrm>
        </p:grpSpPr>
        <p:grpSp>
          <p:nvGrpSpPr>
            <p:cNvPr id="73" name="Google Shape;81;p4"/>
            <p:cNvGrpSpPr/>
            <p:nvPr/>
          </p:nvGrpSpPr>
          <p:grpSpPr>
            <a:xfrm>
              <a:off x="15820200" y="5579280"/>
              <a:ext cx="1458720" cy="286560"/>
              <a:chOff x="15820200" y="5579280"/>
              <a:chExt cx="1458720" cy="286560"/>
            </a:xfrm>
          </p:grpSpPr>
          <p:sp>
            <p:nvSpPr>
              <p:cNvPr id="74" name="Google Shape;82;p4"/>
              <p:cNvSpPr/>
              <p:nvPr/>
            </p:nvSpPr>
            <p:spPr>
              <a:xfrm>
                <a:off x="15820200" y="5664600"/>
                <a:ext cx="1458720" cy="201240"/>
              </a:xfrm>
              <a:custGeom>
                <a:avLst/>
                <a:gdLst>
                  <a:gd name="textAreaLeft" fmla="*/ 0 w 1458720"/>
                  <a:gd name="textAreaRight" fmla="*/ 1459080 w 14587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5" name="Google Shape;83;p4"/>
              <p:cNvSpPr/>
              <p:nvPr/>
            </p:nvSpPr>
            <p:spPr>
              <a:xfrm>
                <a:off x="15820200" y="5579280"/>
                <a:ext cx="145836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6" name="Google Shape;84;p4"/>
            <p:cNvGrpSpPr/>
            <p:nvPr/>
          </p:nvGrpSpPr>
          <p:grpSpPr>
            <a:xfrm>
              <a:off x="15633360" y="5193360"/>
              <a:ext cx="1645560" cy="286560"/>
              <a:chOff x="15633360" y="5193360"/>
              <a:chExt cx="1645560" cy="286560"/>
            </a:xfrm>
          </p:grpSpPr>
          <p:sp>
            <p:nvSpPr>
              <p:cNvPr id="77" name="Google Shape;85;p4"/>
              <p:cNvSpPr/>
              <p:nvPr/>
            </p:nvSpPr>
            <p:spPr>
              <a:xfrm>
                <a:off x="15633360" y="5278680"/>
                <a:ext cx="1645560" cy="201240"/>
              </a:xfrm>
              <a:custGeom>
                <a:avLst/>
                <a:gdLst>
                  <a:gd name="textAreaLeft" fmla="*/ 0 w 1645560"/>
                  <a:gd name="textAreaRight" fmla="*/ 1645920 w 164556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" name="Google Shape;86;p4"/>
              <p:cNvSpPr/>
              <p:nvPr/>
            </p:nvSpPr>
            <p:spPr>
              <a:xfrm>
                <a:off x="15633360" y="5193360"/>
                <a:ext cx="164556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9" name="Google Shape;87;p4"/>
            <p:cNvGrpSpPr/>
            <p:nvPr/>
          </p:nvGrpSpPr>
          <p:grpSpPr>
            <a:xfrm>
              <a:off x="15258960" y="4420800"/>
              <a:ext cx="823680" cy="286560"/>
              <a:chOff x="15258960" y="4420800"/>
              <a:chExt cx="823680" cy="286560"/>
            </a:xfrm>
          </p:grpSpPr>
          <p:sp>
            <p:nvSpPr>
              <p:cNvPr id="80" name="Google Shape;88;p4"/>
              <p:cNvSpPr/>
              <p:nvPr/>
            </p:nvSpPr>
            <p:spPr>
              <a:xfrm>
                <a:off x="15258960" y="4506120"/>
                <a:ext cx="823680" cy="201240"/>
              </a:xfrm>
              <a:custGeom>
                <a:avLst/>
                <a:gdLst>
                  <a:gd name="textAreaLeft" fmla="*/ 0 w 823680"/>
                  <a:gd name="textAreaRight" fmla="*/ 824040 w 8236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1" name="Google Shape;89;p4"/>
              <p:cNvSpPr/>
              <p:nvPr/>
            </p:nvSpPr>
            <p:spPr>
              <a:xfrm>
                <a:off x="15258960" y="4420800"/>
                <a:ext cx="8236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2" name="Google Shape;90;p4"/>
            <p:cNvGrpSpPr/>
            <p:nvPr/>
          </p:nvGrpSpPr>
          <p:grpSpPr>
            <a:xfrm>
              <a:off x="16273440" y="4807080"/>
              <a:ext cx="1005120" cy="286560"/>
              <a:chOff x="16273440" y="4807080"/>
              <a:chExt cx="1005120" cy="286560"/>
            </a:xfrm>
          </p:grpSpPr>
          <p:sp>
            <p:nvSpPr>
              <p:cNvPr id="83" name="Google Shape;91;p4"/>
              <p:cNvSpPr/>
              <p:nvPr/>
            </p:nvSpPr>
            <p:spPr>
              <a:xfrm>
                <a:off x="16273440" y="4892400"/>
                <a:ext cx="1005120" cy="201240"/>
              </a:xfrm>
              <a:custGeom>
                <a:avLst/>
                <a:gdLst>
                  <a:gd name="textAreaLeft" fmla="*/ 0 w 1005120"/>
                  <a:gd name="textAreaRight" fmla="*/ 1005480 w 10051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4" name="Google Shape;92;p4"/>
              <p:cNvSpPr/>
              <p:nvPr/>
            </p:nvSpPr>
            <p:spPr>
              <a:xfrm>
                <a:off x="16273440" y="4807080"/>
                <a:ext cx="10051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5" name="Google Shape;93;p4"/>
            <p:cNvGrpSpPr/>
            <p:nvPr/>
          </p:nvGrpSpPr>
          <p:grpSpPr>
            <a:xfrm>
              <a:off x="16609680" y="4420800"/>
              <a:ext cx="668880" cy="286560"/>
              <a:chOff x="16609680" y="4420800"/>
              <a:chExt cx="668880" cy="286560"/>
            </a:xfrm>
          </p:grpSpPr>
          <p:sp>
            <p:nvSpPr>
              <p:cNvPr id="86" name="Google Shape;94;p4"/>
              <p:cNvSpPr/>
              <p:nvPr/>
            </p:nvSpPr>
            <p:spPr>
              <a:xfrm>
                <a:off x="16609680" y="450612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7" name="Google Shape;95;p4"/>
              <p:cNvSpPr/>
              <p:nvPr/>
            </p:nvSpPr>
            <p:spPr>
              <a:xfrm>
                <a:off x="16609680" y="442080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8" name="Google Shape;96;p4"/>
            <p:cNvGrpSpPr/>
            <p:nvPr/>
          </p:nvGrpSpPr>
          <p:grpSpPr>
            <a:xfrm>
              <a:off x="14891760" y="5193360"/>
              <a:ext cx="668880" cy="286560"/>
              <a:chOff x="14891760" y="5193360"/>
              <a:chExt cx="668880" cy="286560"/>
            </a:xfrm>
          </p:grpSpPr>
          <p:sp>
            <p:nvSpPr>
              <p:cNvPr id="89" name="Google Shape;97;p4"/>
              <p:cNvSpPr/>
              <p:nvPr/>
            </p:nvSpPr>
            <p:spPr>
              <a:xfrm>
                <a:off x="14891760" y="527868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0" name="Google Shape;98;p4"/>
              <p:cNvSpPr/>
              <p:nvPr/>
            </p:nvSpPr>
            <p:spPr>
              <a:xfrm>
                <a:off x="14891760" y="519336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1" name="Google Shape;99;p4"/>
            <p:cNvGrpSpPr/>
            <p:nvPr/>
          </p:nvGrpSpPr>
          <p:grpSpPr>
            <a:xfrm>
              <a:off x="15083640" y="5579280"/>
              <a:ext cx="668880" cy="286560"/>
              <a:chOff x="15083640" y="5579280"/>
              <a:chExt cx="668880" cy="286560"/>
            </a:xfrm>
          </p:grpSpPr>
          <p:sp>
            <p:nvSpPr>
              <p:cNvPr id="92" name="Google Shape;100;p4"/>
              <p:cNvSpPr/>
              <p:nvPr/>
            </p:nvSpPr>
            <p:spPr>
              <a:xfrm>
                <a:off x="15083640" y="566460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" name="Google Shape;101;p4"/>
              <p:cNvSpPr/>
              <p:nvPr/>
            </p:nvSpPr>
            <p:spPr>
              <a:xfrm>
                <a:off x="15083640" y="557928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4" name="Google Shape;102;p4"/>
            <p:cNvGrpSpPr/>
            <p:nvPr/>
          </p:nvGrpSpPr>
          <p:grpSpPr>
            <a:xfrm>
              <a:off x="15820200" y="4807080"/>
              <a:ext cx="407880" cy="286560"/>
              <a:chOff x="15820200" y="4807080"/>
              <a:chExt cx="407880" cy="286560"/>
            </a:xfrm>
          </p:grpSpPr>
          <p:sp>
            <p:nvSpPr>
              <p:cNvPr id="95" name="Google Shape;103;p4"/>
              <p:cNvSpPr/>
              <p:nvPr/>
            </p:nvSpPr>
            <p:spPr>
              <a:xfrm>
                <a:off x="15820200" y="489240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6" name="Google Shape;104;p4"/>
              <p:cNvSpPr/>
              <p:nvPr/>
            </p:nvSpPr>
            <p:spPr>
              <a:xfrm>
                <a:off x="15820200" y="4807080"/>
                <a:ext cx="407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7" name="Google Shape;105;p4"/>
            <p:cNvGrpSpPr/>
            <p:nvPr/>
          </p:nvGrpSpPr>
          <p:grpSpPr>
            <a:xfrm>
              <a:off x="14608080" y="5579280"/>
              <a:ext cx="407880" cy="286560"/>
              <a:chOff x="14608080" y="5579280"/>
              <a:chExt cx="407880" cy="286560"/>
            </a:xfrm>
          </p:grpSpPr>
          <p:sp>
            <p:nvSpPr>
              <p:cNvPr id="98" name="Google Shape;106;p4"/>
              <p:cNvSpPr/>
              <p:nvPr/>
            </p:nvSpPr>
            <p:spPr>
              <a:xfrm>
                <a:off x="14608080" y="566460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9" name="Google Shape;107;p4"/>
              <p:cNvSpPr/>
              <p:nvPr/>
            </p:nvSpPr>
            <p:spPr>
              <a:xfrm>
                <a:off x="14608080" y="5579280"/>
                <a:ext cx="407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0" name="Google Shape;108;p4"/>
            <p:cNvGrpSpPr/>
            <p:nvPr/>
          </p:nvGrpSpPr>
          <p:grpSpPr>
            <a:xfrm>
              <a:off x="16141680" y="4420800"/>
              <a:ext cx="407880" cy="286560"/>
              <a:chOff x="16141680" y="4420800"/>
              <a:chExt cx="407880" cy="286560"/>
            </a:xfrm>
          </p:grpSpPr>
          <p:sp>
            <p:nvSpPr>
              <p:cNvPr id="101" name="Google Shape;109;p4"/>
              <p:cNvSpPr/>
              <p:nvPr/>
            </p:nvSpPr>
            <p:spPr>
              <a:xfrm>
                <a:off x="16141680" y="450612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" name="Google Shape;110;p4"/>
              <p:cNvSpPr/>
              <p:nvPr/>
            </p:nvSpPr>
            <p:spPr>
              <a:xfrm>
                <a:off x="16141680" y="4420800"/>
                <a:ext cx="407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12;p5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106" name="Google Shape;113;p5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107" name="Google Shape;114;p5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8" name="Google Shape;115;p5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9" name="Google Shape;116;p5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110" name="Google Shape;117;p5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11" name="Google Shape;118;p5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112" name="Google Shape;119;p5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113" name="Google Shape;120;p5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14" name="Google Shape;121;p5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15" name="Google Shape;122;p5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16" name="Google Shape;123;p5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17" name="Google Shape;124;p5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8" name="Google Shape;125;p5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19" name="Google Shape;126;p5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20" name="Google Shape;127;p5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21" name="Google Shape;128;p5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652760" y="1427040"/>
            <a:ext cx="1498212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38"/>
          </a:bodyPr>
          <a:p>
            <a:pPr indent="0">
              <a:buNone/>
            </a:pPr>
            <a:r>
              <a:rPr b="0" lang="en-US" sz="9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2884680" y="7308720"/>
            <a:ext cx="7772040" cy="150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37485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4" name="Google Shape;131;p5"/>
          <p:cNvGrpSpPr/>
          <p:nvPr/>
        </p:nvGrpSpPr>
        <p:grpSpPr>
          <a:xfrm>
            <a:off x="13698360" y="7440120"/>
            <a:ext cx="3714120" cy="1817640"/>
            <a:chOff x="13698360" y="7440120"/>
            <a:chExt cx="3714120" cy="1817640"/>
          </a:xfrm>
        </p:grpSpPr>
        <p:grpSp>
          <p:nvGrpSpPr>
            <p:cNvPr id="125" name="Google Shape;132;p5"/>
            <p:cNvGrpSpPr/>
            <p:nvPr/>
          </p:nvGrpSpPr>
          <p:grpSpPr>
            <a:xfrm>
              <a:off x="15383520" y="8897040"/>
              <a:ext cx="2028960" cy="360720"/>
              <a:chOff x="15383520" y="8897040"/>
              <a:chExt cx="2028960" cy="360720"/>
            </a:xfrm>
          </p:grpSpPr>
          <p:sp>
            <p:nvSpPr>
              <p:cNvPr id="126" name="Google Shape;133;p5"/>
              <p:cNvSpPr/>
              <p:nvPr/>
            </p:nvSpPr>
            <p:spPr>
              <a:xfrm>
                <a:off x="15383520" y="9004680"/>
                <a:ext cx="2028960" cy="253080"/>
              </a:xfrm>
              <a:custGeom>
                <a:avLst/>
                <a:gdLst>
                  <a:gd name="textAreaLeft" fmla="*/ 0 w 2028960"/>
                  <a:gd name="textAreaRight" fmla="*/ 2029320 w 202896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27" name="Google Shape;134;p5"/>
              <p:cNvSpPr/>
              <p:nvPr/>
            </p:nvSpPr>
            <p:spPr>
              <a:xfrm>
                <a:off x="15383520" y="8897040"/>
                <a:ext cx="20286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28" name="Google Shape;135;p5"/>
            <p:cNvGrpSpPr/>
            <p:nvPr/>
          </p:nvGrpSpPr>
          <p:grpSpPr>
            <a:xfrm>
              <a:off x="15123960" y="8411760"/>
              <a:ext cx="2288520" cy="360720"/>
              <a:chOff x="15123960" y="8411760"/>
              <a:chExt cx="2288520" cy="360720"/>
            </a:xfrm>
          </p:grpSpPr>
          <p:sp>
            <p:nvSpPr>
              <p:cNvPr id="129" name="Google Shape;136;p5"/>
              <p:cNvSpPr/>
              <p:nvPr/>
            </p:nvSpPr>
            <p:spPr>
              <a:xfrm>
                <a:off x="15123960" y="8519400"/>
                <a:ext cx="2288520" cy="253080"/>
              </a:xfrm>
              <a:custGeom>
                <a:avLst/>
                <a:gdLst>
                  <a:gd name="textAreaLeft" fmla="*/ 0 w 2288520"/>
                  <a:gd name="textAreaRight" fmla="*/ 2288880 w 228852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30" name="Google Shape;137;p5"/>
              <p:cNvSpPr/>
              <p:nvPr/>
            </p:nvSpPr>
            <p:spPr>
              <a:xfrm>
                <a:off x="15123960" y="8411760"/>
                <a:ext cx="228852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31" name="Google Shape;138;p5"/>
            <p:cNvGrpSpPr/>
            <p:nvPr/>
          </p:nvGrpSpPr>
          <p:grpSpPr>
            <a:xfrm>
              <a:off x="14603400" y="7440120"/>
              <a:ext cx="1145880" cy="360720"/>
              <a:chOff x="14603400" y="7440120"/>
              <a:chExt cx="1145880" cy="360720"/>
            </a:xfrm>
          </p:grpSpPr>
          <p:sp>
            <p:nvSpPr>
              <p:cNvPr id="132" name="Google Shape;139;p5"/>
              <p:cNvSpPr/>
              <p:nvPr/>
            </p:nvSpPr>
            <p:spPr>
              <a:xfrm>
                <a:off x="14603400" y="7547760"/>
                <a:ext cx="1145880" cy="253080"/>
              </a:xfrm>
              <a:custGeom>
                <a:avLst/>
                <a:gdLst>
                  <a:gd name="textAreaLeft" fmla="*/ 0 w 1145880"/>
                  <a:gd name="textAreaRight" fmla="*/ 1146240 w 11458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33" name="Google Shape;140;p5"/>
              <p:cNvSpPr/>
              <p:nvPr/>
            </p:nvSpPr>
            <p:spPr>
              <a:xfrm>
                <a:off x="14603400" y="7440120"/>
                <a:ext cx="114552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34" name="Google Shape;141;p5"/>
            <p:cNvGrpSpPr/>
            <p:nvPr/>
          </p:nvGrpSpPr>
          <p:grpSpPr>
            <a:xfrm>
              <a:off x="16014240" y="7925760"/>
              <a:ext cx="1398240" cy="360720"/>
              <a:chOff x="16014240" y="7925760"/>
              <a:chExt cx="1398240" cy="360720"/>
            </a:xfrm>
          </p:grpSpPr>
          <p:sp>
            <p:nvSpPr>
              <p:cNvPr id="135" name="Google Shape;142;p5"/>
              <p:cNvSpPr/>
              <p:nvPr/>
            </p:nvSpPr>
            <p:spPr>
              <a:xfrm>
                <a:off x="16014240" y="8033400"/>
                <a:ext cx="1398240" cy="253080"/>
              </a:xfrm>
              <a:custGeom>
                <a:avLst/>
                <a:gdLst>
                  <a:gd name="textAreaLeft" fmla="*/ 0 w 1398240"/>
                  <a:gd name="textAreaRight" fmla="*/ 1398600 w 139824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36" name="Google Shape;143;p5"/>
              <p:cNvSpPr/>
              <p:nvPr/>
            </p:nvSpPr>
            <p:spPr>
              <a:xfrm>
                <a:off x="16014240" y="7925760"/>
                <a:ext cx="13978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37" name="Google Shape;144;p5"/>
            <p:cNvGrpSpPr/>
            <p:nvPr/>
          </p:nvGrpSpPr>
          <p:grpSpPr>
            <a:xfrm>
              <a:off x="16481880" y="7440120"/>
              <a:ext cx="930600" cy="360720"/>
              <a:chOff x="16481880" y="7440120"/>
              <a:chExt cx="930600" cy="360720"/>
            </a:xfrm>
          </p:grpSpPr>
          <p:sp>
            <p:nvSpPr>
              <p:cNvPr id="138" name="Google Shape;145;p5"/>
              <p:cNvSpPr/>
              <p:nvPr/>
            </p:nvSpPr>
            <p:spPr>
              <a:xfrm>
                <a:off x="16481880" y="7547760"/>
                <a:ext cx="930600" cy="25308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39" name="Google Shape;146;p5"/>
              <p:cNvSpPr/>
              <p:nvPr/>
            </p:nvSpPr>
            <p:spPr>
              <a:xfrm>
                <a:off x="16481880" y="7440120"/>
                <a:ext cx="9306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40" name="Google Shape;147;p5"/>
            <p:cNvGrpSpPr/>
            <p:nvPr/>
          </p:nvGrpSpPr>
          <p:grpSpPr>
            <a:xfrm>
              <a:off x="14092560" y="8411760"/>
              <a:ext cx="930600" cy="360720"/>
              <a:chOff x="14092560" y="8411760"/>
              <a:chExt cx="930600" cy="360720"/>
            </a:xfrm>
          </p:grpSpPr>
          <p:sp>
            <p:nvSpPr>
              <p:cNvPr id="141" name="Google Shape;148;p5"/>
              <p:cNvSpPr/>
              <p:nvPr/>
            </p:nvSpPr>
            <p:spPr>
              <a:xfrm>
                <a:off x="14092560" y="8519400"/>
                <a:ext cx="930600" cy="25308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2" name="Google Shape;149;p5"/>
              <p:cNvSpPr/>
              <p:nvPr/>
            </p:nvSpPr>
            <p:spPr>
              <a:xfrm>
                <a:off x="14092560" y="8411760"/>
                <a:ext cx="9306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43" name="Google Shape;150;p5"/>
            <p:cNvGrpSpPr/>
            <p:nvPr/>
          </p:nvGrpSpPr>
          <p:grpSpPr>
            <a:xfrm>
              <a:off x="14359680" y="8897040"/>
              <a:ext cx="930600" cy="360720"/>
              <a:chOff x="14359680" y="8897040"/>
              <a:chExt cx="930600" cy="360720"/>
            </a:xfrm>
          </p:grpSpPr>
          <p:sp>
            <p:nvSpPr>
              <p:cNvPr id="144" name="Google Shape;151;p5"/>
              <p:cNvSpPr/>
              <p:nvPr/>
            </p:nvSpPr>
            <p:spPr>
              <a:xfrm>
                <a:off x="14359680" y="9004680"/>
                <a:ext cx="930600" cy="253080"/>
              </a:xfrm>
              <a:custGeom>
                <a:avLst/>
                <a:gdLst>
                  <a:gd name="textAreaLeft" fmla="*/ 0 w 930600"/>
                  <a:gd name="textAreaRight" fmla="*/ 930960 w 9306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5" name="Google Shape;152;p5"/>
              <p:cNvSpPr/>
              <p:nvPr/>
            </p:nvSpPr>
            <p:spPr>
              <a:xfrm>
                <a:off x="14359680" y="8897040"/>
                <a:ext cx="9306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46" name="Google Shape;153;p5"/>
            <p:cNvGrpSpPr/>
            <p:nvPr/>
          </p:nvGrpSpPr>
          <p:grpSpPr>
            <a:xfrm>
              <a:off x="15383520" y="7925760"/>
              <a:ext cx="567360" cy="360720"/>
              <a:chOff x="15383520" y="7925760"/>
              <a:chExt cx="567360" cy="360720"/>
            </a:xfrm>
          </p:grpSpPr>
          <p:sp>
            <p:nvSpPr>
              <p:cNvPr id="147" name="Google Shape;154;p5"/>
              <p:cNvSpPr/>
              <p:nvPr/>
            </p:nvSpPr>
            <p:spPr>
              <a:xfrm>
                <a:off x="15383520" y="8033400"/>
                <a:ext cx="567000" cy="253080"/>
              </a:xfrm>
              <a:custGeom>
                <a:avLst/>
                <a:gdLst>
                  <a:gd name="textAreaLeft" fmla="*/ 0 w 567000"/>
                  <a:gd name="textAreaRight" fmla="*/ 567360 w 567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48" name="Google Shape;155;p5"/>
              <p:cNvSpPr/>
              <p:nvPr/>
            </p:nvSpPr>
            <p:spPr>
              <a:xfrm>
                <a:off x="15383520" y="7925760"/>
                <a:ext cx="56736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49" name="Google Shape;156;p5"/>
            <p:cNvGrpSpPr/>
            <p:nvPr/>
          </p:nvGrpSpPr>
          <p:grpSpPr>
            <a:xfrm>
              <a:off x="13698360" y="8897040"/>
              <a:ext cx="567360" cy="360720"/>
              <a:chOff x="13698360" y="8897040"/>
              <a:chExt cx="567360" cy="360720"/>
            </a:xfrm>
          </p:grpSpPr>
          <p:sp>
            <p:nvSpPr>
              <p:cNvPr id="150" name="Google Shape;157;p5"/>
              <p:cNvSpPr/>
              <p:nvPr/>
            </p:nvSpPr>
            <p:spPr>
              <a:xfrm>
                <a:off x="13698360" y="9004680"/>
                <a:ext cx="567000" cy="253080"/>
              </a:xfrm>
              <a:custGeom>
                <a:avLst/>
                <a:gdLst>
                  <a:gd name="textAreaLeft" fmla="*/ 0 w 567000"/>
                  <a:gd name="textAreaRight" fmla="*/ 567360 w 567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1" name="Google Shape;158;p5"/>
              <p:cNvSpPr/>
              <p:nvPr/>
            </p:nvSpPr>
            <p:spPr>
              <a:xfrm>
                <a:off x="13698360" y="8897040"/>
                <a:ext cx="56736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52" name="Google Shape;159;p5"/>
            <p:cNvGrpSpPr/>
            <p:nvPr/>
          </p:nvGrpSpPr>
          <p:grpSpPr>
            <a:xfrm>
              <a:off x="15831000" y="7440120"/>
              <a:ext cx="567360" cy="360720"/>
              <a:chOff x="15831000" y="7440120"/>
              <a:chExt cx="567360" cy="360720"/>
            </a:xfrm>
          </p:grpSpPr>
          <p:sp>
            <p:nvSpPr>
              <p:cNvPr id="153" name="Google Shape;160;p5"/>
              <p:cNvSpPr/>
              <p:nvPr/>
            </p:nvSpPr>
            <p:spPr>
              <a:xfrm>
                <a:off x="15831000" y="7547760"/>
                <a:ext cx="567000" cy="253080"/>
              </a:xfrm>
              <a:custGeom>
                <a:avLst/>
                <a:gdLst>
                  <a:gd name="textAreaLeft" fmla="*/ 0 w 567000"/>
                  <a:gd name="textAreaRight" fmla="*/ 567360 w 567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54" name="Google Shape;161;p5"/>
              <p:cNvSpPr/>
              <p:nvPr/>
            </p:nvSpPr>
            <p:spPr>
              <a:xfrm>
                <a:off x="15831000" y="7440120"/>
                <a:ext cx="56736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155" name="Google Shape;162;p5"/>
          <p:cNvGrpSpPr/>
          <p:nvPr/>
        </p:nvGrpSpPr>
        <p:grpSpPr>
          <a:xfrm>
            <a:off x="11867400" y="4823640"/>
            <a:ext cx="2706480" cy="1500120"/>
            <a:chOff x="11867400" y="4823640"/>
            <a:chExt cx="2706480" cy="1500120"/>
          </a:xfrm>
        </p:grpSpPr>
        <p:grpSp>
          <p:nvGrpSpPr>
            <p:cNvPr id="156" name="Google Shape;163;p5"/>
            <p:cNvGrpSpPr/>
            <p:nvPr/>
          </p:nvGrpSpPr>
          <p:grpSpPr>
            <a:xfrm>
              <a:off x="11867400" y="4823640"/>
              <a:ext cx="1478160" cy="297720"/>
              <a:chOff x="11867400" y="4823640"/>
              <a:chExt cx="1478160" cy="297720"/>
            </a:xfrm>
          </p:grpSpPr>
          <p:sp>
            <p:nvSpPr>
              <p:cNvPr id="157" name="Google Shape;164;p5"/>
              <p:cNvSpPr/>
              <p:nvPr/>
            </p:nvSpPr>
            <p:spPr>
              <a:xfrm rot="10800000">
                <a:off x="11867400" y="4824000"/>
                <a:ext cx="1478160" cy="208800"/>
              </a:xfrm>
              <a:custGeom>
                <a:avLst/>
                <a:gdLst>
                  <a:gd name="textAreaLeft" fmla="*/ 0 w 1478160"/>
                  <a:gd name="textAreaRight" fmla="*/ 1478520 w 147816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58" name="Google Shape;165;p5"/>
              <p:cNvSpPr/>
              <p:nvPr/>
            </p:nvSpPr>
            <p:spPr>
              <a:xfrm rot="10800000">
                <a:off x="11867400" y="4823640"/>
                <a:ext cx="147816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59" name="Google Shape;166;p5"/>
            <p:cNvGrpSpPr/>
            <p:nvPr/>
          </p:nvGrpSpPr>
          <p:grpSpPr>
            <a:xfrm>
              <a:off x="11867400" y="5224320"/>
              <a:ext cx="1667520" cy="297720"/>
              <a:chOff x="11867400" y="5224320"/>
              <a:chExt cx="1667520" cy="297720"/>
            </a:xfrm>
          </p:grpSpPr>
          <p:sp>
            <p:nvSpPr>
              <p:cNvPr id="160" name="Google Shape;167;p5"/>
              <p:cNvSpPr/>
              <p:nvPr/>
            </p:nvSpPr>
            <p:spPr>
              <a:xfrm rot="10800000">
                <a:off x="11867400" y="5224320"/>
                <a:ext cx="1667520" cy="208800"/>
              </a:xfrm>
              <a:custGeom>
                <a:avLst/>
                <a:gdLst>
                  <a:gd name="textAreaLeft" fmla="*/ 0 w 1667520"/>
                  <a:gd name="textAreaRight" fmla="*/ 1667880 w 166752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61" name="Google Shape;168;p5"/>
              <p:cNvSpPr/>
              <p:nvPr/>
            </p:nvSpPr>
            <p:spPr>
              <a:xfrm rot="10800000">
                <a:off x="11867400" y="5224320"/>
                <a:ext cx="166752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62" name="Google Shape;169;p5"/>
            <p:cNvGrpSpPr/>
            <p:nvPr/>
          </p:nvGrpSpPr>
          <p:grpSpPr>
            <a:xfrm>
              <a:off x="13079520" y="6026040"/>
              <a:ext cx="834840" cy="297720"/>
              <a:chOff x="13079520" y="6026040"/>
              <a:chExt cx="834840" cy="297720"/>
            </a:xfrm>
          </p:grpSpPr>
          <p:sp>
            <p:nvSpPr>
              <p:cNvPr id="163" name="Google Shape;170;p5"/>
              <p:cNvSpPr/>
              <p:nvPr/>
            </p:nvSpPr>
            <p:spPr>
              <a:xfrm rot="10800000">
                <a:off x="13079520" y="6026400"/>
                <a:ext cx="834840" cy="208800"/>
              </a:xfrm>
              <a:custGeom>
                <a:avLst/>
                <a:gdLst>
                  <a:gd name="textAreaLeft" fmla="*/ 0 w 834840"/>
                  <a:gd name="textAreaRight" fmla="*/ 835200 w 83484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4" name="Google Shape;171;p5"/>
              <p:cNvSpPr/>
              <p:nvPr/>
            </p:nvSpPr>
            <p:spPr>
              <a:xfrm rot="10800000">
                <a:off x="13079880" y="6026040"/>
                <a:ext cx="8344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65" name="Google Shape;172;p5"/>
            <p:cNvGrpSpPr/>
            <p:nvPr/>
          </p:nvGrpSpPr>
          <p:grpSpPr>
            <a:xfrm>
              <a:off x="11867400" y="5625360"/>
              <a:ext cx="1018800" cy="297720"/>
              <a:chOff x="11867400" y="5625360"/>
              <a:chExt cx="1018800" cy="297720"/>
            </a:xfrm>
          </p:grpSpPr>
          <p:sp>
            <p:nvSpPr>
              <p:cNvPr id="166" name="Google Shape;173;p5"/>
              <p:cNvSpPr/>
              <p:nvPr/>
            </p:nvSpPr>
            <p:spPr>
              <a:xfrm rot="10800000">
                <a:off x="11867400" y="5625360"/>
                <a:ext cx="1018800" cy="208800"/>
              </a:xfrm>
              <a:custGeom>
                <a:avLst/>
                <a:gdLst>
                  <a:gd name="textAreaLeft" fmla="*/ 0 w 1018800"/>
                  <a:gd name="textAreaRight" fmla="*/ 1019160 w 101880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67" name="Google Shape;174;p5"/>
              <p:cNvSpPr/>
              <p:nvPr/>
            </p:nvSpPr>
            <p:spPr>
              <a:xfrm rot="10800000">
                <a:off x="11867760" y="5625360"/>
                <a:ext cx="101844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68" name="Google Shape;175;p5"/>
            <p:cNvGrpSpPr/>
            <p:nvPr/>
          </p:nvGrpSpPr>
          <p:grpSpPr>
            <a:xfrm>
              <a:off x="11867760" y="6026040"/>
              <a:ext cx="677880" cy="297720"/>
              <a:chOff x="11867760" y="6026040"/>
              <a:chExt cx="677880" cy="297720"/>
            </a:xfrm>
          </p:grpSpPr>
          <p:sp>
            <p:nvSpPr>
              <p:cNvPr id="169" name="Google Shape;176;p5"/>
              <p:cNvSpPr/>
              <p:nvPr/>
            </p:nvSpPr>
            <p:spPr>
              <a:xfrm rot="10800000">
                <a:off x="11867760" y="6026400"/>
                <a:ext cx="677880" cy="208800"/>
              </a:xfrm>
              <a:custGeom>
                <a:avLst/>
                <a:gdLst>
                  <a:gd name="textAreaLeft" fmla="*/ 0 w 677880"/>
                  <a:gd name="textAreaRight" fmla="*/ 678240 w 67788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70" name="Google Shape;177;p5"/>
              <p:cNvSpPr/>
              <p:nvPr/>
            </p:nvSpPr>
            <p:spPr>
              <a:xfrm rot="10800000">
                <a:off x="11867760" y="6026040"/>
                <a:ext cx="6778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71" name="Google Shape;178;p5"/>
            <p:cNvGrpSpPr/>
            <p:nvPr/>
          </p:nvGrpSpPr>
          <p:grpSpPr>
            <a:xfrm>
              <a:off x="13608720" y="5224320"/>
              <a:ext cx="677880" cy="297720"/>
              <a:chOff x="13608720" y="5224320"/>
              <a:chExt cx="677880" cy="297720"/>
            </a:xfrm>
          </p:grpSpPr>
          <p:sp>
            <p:nvSpPr>
              <p:cNvPr id="172" name="Google Shape;179;p5"/>
              <p:cNvSpPr/>
              <p:nvPr/>
            </p:nvSpPr>
            <p:spPr>
              <a:xfrm rot="10800000">
                <a:off x="13608720" y="5224320"/>
                <a:ext cx="677880" cy="208800"/>
              </a:xfrm>
              <a:custGeom>
                <a:avLst/>
                <a:gdLst>
                  <a:gd name="textAreaLeft" fmla="*/ 0 w 677880"/>
                  <a:gd name="textAreaRight" fmla="*/ 678240 w 67788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3" name="Google Shape;180;p5"/>
              <p:cNvSpPr/>
              <p:nvPr/>
            </p:nvSpPr>
            <p:spPr>
              <a:xfrm rot="10800000">
                <a:off x="13608720" y="5224320"/>
                <a:ext cx="6778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74" name="Google Shape;181;p5"/>
            <p:cNvGrpSpPr/>
            <p:nvPr/>
          </p:nvGrpSpPr>
          <p:grpSpPr>
            <a:xfrm>
              <a:off x="13413960" y="4823640"/>
              <a:ext cx="677880" cy="297720"/>
              <a:chOff x="13413960" y="4823640"/>
              <a:chExt cx="677880" cy="297720"/>
            </a:xfrm>
          </p:grpSpPr>
          <p:sp>
            <p:nvSpPr>
              <p:cNvPr id="175" name="Google Shape;182;p5"/>
              <p:cNvSpPr/>
              <p:nvPr/>
            </p:nvSpPr>
            <p:spPr>
              <a:xfrm rot="10800000">
                <a:off x="13413960" y="4824000"/>
                <a:ext cx="677880" cy="208800"/>
              </a:xfrm>
              <a:custGeom>
                <a:avLst/>
                <a:gdLst>
                  <a:gd name="textAreaLeft" fmla="*/ 0 w 677880"/>
                  <a:gd name="textAreaRight" fmla="*/ 678240 w 67788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6" name="Google Shape;183;p5"/>
              <p:cNvSpPr/>
              <p:nvPr/>
            </p:nvSpPr>
            <p:spPr>
              <a:xfrm rot="10800000">
                <a:off x="13413960" y="4823640"/>
                <a:ext cx="6778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77" name="Google Shape;184;p5"/>
            <p:cNvGrpSpPr/>
            <p:nvPr/>
          </p:nvGrpSpPr>
          <p:grpSpPr>
            <a:xfrm>
              <a:off x="12932280" y="5625360"/>
              <a:ext cx="413280" cy="297720"/>
              <a:chOff x="12932280" y="5625360"/>
              <a:chExt cx="413280" cy="297720"/>
            </a:xfrm>
          </p:grpSpPr>
          <p:sp>
            <p:nvSpPr>
              <p:cNvPr id="178" name="Google Shape;185;p5"/>
              <p:cNvSpPr/>
              <p:nvPr/>
            </p:nvSpPr>
            <p:spPr>
              <a:xfrm rot="10800000">
                <a:off x="12932640" y="5625360"/>
                <a:ext cx="412920" cy="20880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79" name="Google Shape;186;p5"/>
              <p:cNvSpPr/>
              <p:nvPr/>
            </p:nvSpPr>
            <p:spPr>
              <a:xfrm rot="10800000">
                <a:off x="12932280" y="5625360"/>
                <a:ext cx="4132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80" name="Google Shape;187;p5"/>
            <p:cNvGrpSpPr/>
            <p:nvPr/>
          </p:nvGrpSpPr>
          <p:grpSpPr>
            <a:xfrm>
              <a:off x="14160600" y="4823640"/>
              <a:ext cx="413280" cy="297720"/>
              <a:chOff x="14160600" y="4823640"/>
              <a:chExt cx="413280" cy="297720"/>
            </a:xfrm>
          </p:grpSpPr>
          <p:sp>
            <p:nvSpPr>
              <p:cNvPr id="181" name="Google Shape;188;p5"/>
              <p:cNvSpPr/>
              <p:nvPr/>
            </p:nvSpPr>
            <p:spPr>
              <a:xfrm rot="10800000">
                <a:off x="14160960" y="4824000"/>
                <a:ext cx="412920" cy="20880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82" name="Google Shape;189;p5"/>
              <p:cNvSpPr/>
              <p:nvPr/>
            </p:nvSpPr>
            <p:spPr>
              <a:xfrm rot="10800000">
                <a:off x="14160600" y="4823640"/>
                <a:ext cx="4132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83" name="Google Shape;190;p5"/>
            <p:cNvGrpSpPr/>
            <p:nvPr/>
          </p:nvGrpSpPr>
          <p:grpSpPr>
            <a:xfrm>
              <a:off x="12606480" y="6026040"/>
              <a:ext cx="413280" cy="297720"/>
              <a:chOff x="12606480" y="6026040"/>
              <a:chExt cx="413280" cy="297720"/>
            </a:xfrm>
          </p:grpSpPr>
          <p:sp>
            <p:nvSpPr>
              <p:cNvPr id="184" name="Google Shape;191;p5"/>
              <p:cNvSpPr/>
              <p:nvPr/>
            </p:nvSpPr>
            <p:spPr>
              <a:xfrm rot="10800000">
                <a:off x="12606840" y="6026400"/>
                <a:ext cx="412920" cy="208800"/>
              </a:xfrm>
              <a:custGeom>
                <a:avLst/>
                <a:gdLst>
                  <a:gd name="textAreaLeft" fmla="*/ 0 w 412920"/>
                  <a:gd name="textAreaRight" fmla="*/ 413280 w 412920"/>
                  <a:gd name="textAreaTop" fmla="*/ 0 h 208800"/>
                  <a:gd name="textAreaBottom" fmla="*/ 209160 h 2088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85" name="Google Shape;192;p5"/>
              <p:cNvSpPr/>
              <p:nvPr/>
            </p:nvSpPr>
            <p:spPr>
              <a:xfrm rot="10800000">
                <a:off x="12606480" y="6026040"/>
                <a:ext cx="413280" cy="297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94;p6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187" name="Google Shape;195;p6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188" name="Google Shape;196;p6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89" name="Google Shape;197;p6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90" name="Google Shape;198;p6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191" name="Google Shape;199;p6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92" name="Google Shape;200;p6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193" name="Google Shape;201;p6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194" name="Google Shape;202;p6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95" name="Google Shape;203;p6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96" name="Google Shape;204;p6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97" name="Google Shape;205;p6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98" name="Google Shape;206;p6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99" name="Google Shape;207;p6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00" name="Google Shape;208;p6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201" name="Google Shape;209;p6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02" name="Google Shape;210;p6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378440" y="2235600"/>
            <a:ext cx="15531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999"/>
          </a:bodyPr>
          <a:p>
            <a:pPr indent="0">
              <a:buNone/>
            </a:pPr>
            <a:r>
              <a:rPr b="0" lang="en-US" sz="9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2742480" y="4534920"/>
            <a:ext cx="628272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9262800" y="4534920"/>
            <a:ext cx="628272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15;p7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210" name="Google Shape;216;p7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211" name="Google Shape;217;p7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12" name="Google Shape;218;p7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13" name="Google Shape;219;p7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214" name="Google Shape;220;p7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15" name="Google Shape;221;p7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216" name="Google Shape;222;p7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217" name="Google Shape;223;p7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218" name="Google Shape;224;p7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19" name="Google Shape;225;p7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20" name="Google Shape;226;p7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221" name="Google Shape;227;p7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2" name="Google Shape;228;p7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23" name="Google Shape;229;p7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224" name="Google Shape;230;p7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25" name="Google Shape;231;p7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378440" y="2126160"/>
            <a:ext cx="15531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999"/>
          </a:bodyPr>
          <a:p>
            <a:pPr indent="0">
              <a:buNone/>
            </a:pPr>
            <a:r>
              <a:rPr b="0" lang="en-US" sz="9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3429000" y="5263920"/>
            <a:ext cx="561060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body"/>
          </p:nvPr>
        </p:nvSpPr>
        <p:spPr>
          <a:xfrm>
            <a:off x="9245520" y="5263920"/>
            <a:ext cx="56131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36;p8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230" name="Google Shape;237;p8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231" name="Google Shape;238;p8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2" name="Google Shape;239;p8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33" name="Google Shape;240;p8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234" name="Google Shape;241;p8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5" name="Google Shape;242;p8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236" name="Google Shape;243;p8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237" name="Google Shape;244;p8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238" name="Google Shape;245;p8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39" name="Google Shape;246;p8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40" name="Google Shape;247;p8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241" name="Google Shape;248;p8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2" name="Google Shape;249;p8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43" name="Google Shape;250;p8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244" name="Google Shape;251;p8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45" name="Google Shape;252;p8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378440" y="2234880"/>
            <a:ext cx="155311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0999"/>
          </a:bodyPr>
          <a:p>
            <a:pPr indent="0">
              <a:buNone/>
            </a:pPr>
            <a:r>
              <a:rPr b="0" lang="en-US" sz="9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7" name="Google Shape;254;p8"/>
          <p:cNvGrpSpPr/>
          <p:nvPr/>
        </p:nvGrpSpPr>
        <p:grpSpPr>
          <a:xfrm>
            <a:off x="12611520" y="6571080"/>
            <a:ext cx="4647600" cy="2514960"/>
            <a:chOff x="12611520" y="6571080"/>
            <a:chExt cx="4647600" cy="2514960"/>
          </a:xfrm>
        </p:grpSpPr>
        <p:grpSp>
          <p:nvGrpSpPr>
            <p:cNvPr id="248" name="Google Shape;255;p8"/>
            <p:cNvGrpSpPr/>
            <p:nvPr/>
          </p:nvGrpSpPr>
          <p:grpSpPr>
            <a:xfrm>
              <a:off x="14720400" y="8586720"/>
              <a:ext cx="2538720" cy="499320"/>
              <a:chOff x="14720400" y="8586720"/>
              <a:chExt cx="2538720" cy="499320"/>
            </a:xfrm>
          </p:grpSpPr>
          <p:sp>
            <p:nvSpPr>
              <p:cNvPr id="249" name="Google Shape;256;p8"/>
              <p:cNvSpPr/>
              <p:nvPr/>
            </p:nvSpPr>
            <p:spPr>
              <a:xfrm>
                <a:off x="14720400" y="8735760"/>
                <a:ext cx="2538720" cy="350280"/>
              </a:xfrm>
              <a:custGeom>
                <a:avLst/>
                <a:gdLst>
                  <a:gd name="textAreaLeft" fmla="*/ 0 w 2538720"/>
                  <a:gd name="textAreaRight" fmla="*/ 2539080 w 253872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50" name="Google Shape;257;p8"/>
              <p:cNvSpPr/>
              <p:nvPr/>
            </p:nvSpPr>
            <p:spPr>
              <a:xfrm>
                <a:off x="14720400" y="8586720"/>
                <a:ext cx="253836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51" name="Google Shape;258;p8"/>
            <p:cNvGrpSpPr/>
            <p:nvPr/>
          </p:nvGrpSpPr>
          <p:grpSpPr>
            <a:xfrm>
              <a:off x="14395320" y="7915320"/>
              <a:ext cx="2863440" cy="498960"/>
              <a:chOff x="14395320" y="7915320"/>
              <a:chExt cx="2863440" cy="498960"/>
            </a:xfrm>
          </p:grpSpPr>
          <p:sp>
            <p:nvSpPr>
              <p:cNvPr id="252" name="Google Shape;259;p8"/>
              <p:cNvSpPr/>
              <p:nvPr/>
            </p:nvSpPr>
            <p:spPr>
              <a:xfrm>
                <a:off x="14395320" y="8064000"/>
                <a:ext cx="2863440" cy="350280"/>
              </a:xfrm>
              <a:custGeom>
                <a:avLst/>
                <a:gdLst>
                  <a:gd name="textAreaLeft" fmla="*/ 0 w 2863440"/>
                  <a:gd name="textAreaRight" fmla="*/ 2863800 w 286344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53" name="Google Shape;260;p8"/>
              <p:cNvSpPr/>
              <p:nvPr/>
            </p:nvSpPr>
            <p:spPr>
              <a:xfrm>
                <a:off x="14395320" y="7915320"/>
                <a:ext cx="286344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54" name="Google Shape;261;p8"/>
            <p:cNvGrpSpPr/>
            <p:nvPr/>
          </p:nvGrpSpPr>
          <p:grpSpPr>
            <a:xfrm>
              <a:off x="13744080" y="6571080"/>
              <a:ext cx="1433880" cy="499320"/>
              <a:chOff x="13744080" y="6571080"/>
              <a:chExt cx="1433880" cy="499320"/>
            </a:xfrm>
          </p:grpSpPr>
          <p:sp>
            <p:nvSpPr>
              <p:cNvPr id="255" name="Google Shape;262;p8"/>
              <p:cNvSpPr/>
              <p:nvPr/>
            </p:nvSpPr>
            <p:spPr>
              <a:xfrm>
                <a:off x="13744080" y="6720120"/>
                <a:ext cx="1433880" cy="350280"/>
              </a:xfrm>
              <a:custGeom>
                <a:avLst/>
                <a:gdLst>
                  <a:gd name="textAreaLeft" fmla="*/ 0 w 1433880"/>
                  <a:gd name="textAreaRight" fmla="*/ 1434240 w 143388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56" name="Google Shape;263;p8"/>
              <p:cNvSpPr/>
              <p:nvPr/>
            </p:nvSpPr>
            <p:spPr>
              <a:xfrm>
                <a:off x="13744080" y="6571080"/>
                <a:ext cx="143352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57" name="Google Shape;264;p8"/>
            <p:cNvGrpSpPr/>
            <p:nvPr/>
          </p:nvGrpSpPr>
          <p:grpSpPr>
            <a:xfrm>
              <a:off x="15509520" y="7243200"/>
              <a:ext cx="1749600" cy="498960"/>
              <a:chOff x="15509520" y="7243200"/>
              <a:chExt cx="1749600" cy="498960"/>
            </a:xfrm>
          </p:grpSpPr>
          <p:sp>
            <p:nvSpPr>
              <p:cNvPr id="258" name="Google Shape;265;p8"/>
              <p:cNvSpPr/>
              <p:nvPr/>
            </p:nvSpPr>
            <p:spPr>
              <a:xfrm>
                <a:off x="15509520" y="7391880"/>
                <a:ext cx="1749600" cy="350280"/>
              </a:xfrm>
              <a:custGeom>
                <a:avLst/>
                <a:gdLst>
                  <a:gd name="textAreaLeft" fmla="*/ 0 w 1749600"/>
                  <a:gd name="textAreaRight" fmla="*/ 1749960 w 174960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59" name="Google Shape;266;p8"/>
              <p:cNvSpPr/>
              <p:nvPr/>
            </p:nvSpPr>
            <p:spPr>
              <a:xfrm>
                <a:off x="15509520" y="7243200"/>
                <a:ext cx="174924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60" name="Google Shape;267;p8"/>
            <p:cNvGrpSpPr/>
            <p:nvPr/>
          </p:nvGrpSpPr>
          <p:grpSpPr>
            <a:xfrm>
              <a:off x="16094520" y="6571080"/>
              <a:ext cx="1164600" cy="499320"/>
              <a:chOff x="16094520" y="6571080"/>
              <a:chExt cx="1164600" cy="499320"/>
            </a:xfrm>
          </p:grpSpPr>
          <p:sp>
            <p:nvSpPr>
              <p:cNvPr id="261" name="Google Shape;268;p8"/>
              <p:cNvSpPr/>
              <p:nvPr/>
            </p:nvSpPr>
            <p:spPr>
              <a:xfrm>
                <a:off x="16094520" y="6720120"/>
                <a:ext cx="1164600" cy="350280"/>
              </a:xfrm>
              <a:custGeom>
                <a:avLst/>
                <a:gdLst>
                  <a:gd name="textAreaLeft" fmla="*/ 0 w 1164600"/>
                  <a:gd name="textAreaRight" fmla="*/ 1164960 w 116460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62" name="Google Shape;269;p8"/>
              <p:cNvSpPr/>
              <p:nvPr/>
            </p:nvSpPr>
            <p:spPr>
              <a:xfrm>
                <a:off x="16094520" y="6571080"/>
                <a:ext cx="116460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63" name="Google Shape;270;p8"/>
            <p:cNvGrpSpPr/>
            <p:nvPr/>
          </p:nvGrpSpPr>
          <p:grpSpPr>
            <a:xfrm>
              <a:off x="13104720" y="7915320"/>
              <a:ext cx="1164600" cy="498960"/>
              <a:chOff x="13104720" y="7915320"/>
              <a:chExt cx="1164600" cy="498960"/>
            </a:xfrm>
          </p:grpSpPr>
          <p:sp>
            <p:nvSpPr>
              <p:cNvPr id="264" name="Google Shape;271;p8"/>
              <p:cNvSpPr/>
              <p:nvPr/>
            </p:nvSpPr>
            <p:spPr>
              <a:xfrm>
                <a:off x="13104720" y="8064000"/>
                <a:ext cx="1164600" cy="350280"/>
              </a:xfrm>
              <a:custGeom>
                <a:avLst/>
                <a:gdLst>
                  <a:gd name="textAreaLeft" fmla="*/ 0 w 1164600"/>
                  <a:gd name="textAreaRight" fmla="*/ 1164960 w 116460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5" name="Google Shape;272;p8"/>
              <p:cNvSpPr/>
              <p:nvPr/>
            </p:nvSpPr>
            <p:spPr>
              <a:xfrm>
                <a:off x="13104720" y="7915320"/>
                <a:ext cx="116460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66" name="Google Shape;273;p8"/>
            <p:cNvGrpSpPr/>
            <p:nvPr/>
          </p:nvGrpSpPr>
          <p:grpSpPr>
            <a:xfrm>
              <a:off x="13439160" y="8586720"/>
              <a:ext cx="1164600" cy="499320"/>
              <a:chOff x="13439160" y="8586720"/>
              <a:chExt cx="1164600" cy="499320"/>
            </a:xfrm>
          </p:grpSpPr>
          <p:sp>
            <p:nvSpPr>
              <p:cNvPr id="267" name="Google Shape;274;p8"/>
              <p:cNvSpPr/>
              <p:nvPr/>
            </p:nvSpPr>
            <p:spPr>
              <a:xfrm>
                <a:off x="13439160" y="8735760"/>
                <a:ext cx="1164600" cy="350280"/>
              </a:xfrm>
              <a:custGeom>
                <a:avLst/>
                <a:gdLst>
                  <a:gd name="textAreaLeft" fmla="*/ 0 w 1164600"/>
                  <a:gd name="textAreaRight" fmla="*/ 1164960 w 116460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68" name="Google Shape;275;p8"/>
              <p:cNvSpPr/>
              <p:nvPr/>
            </p:nvSpPr>
            <p:spPr>
              <a:xfrm>
                <a:off x="13439160" y="8586720"/>
                <a:ext cx="116460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69" name="Google Shape;276;p8"/>
            <p:cNvGrpSpPr/>
            <p:nvPr/>
          </p:nvGrpSpPr>
          <p:grpSpPr>
            <a:xfrm>
              <a:off x="14720400" y="7243200"/>
              <a:ext cx="709920" cy="498960"/>
              <a:chOff x="14720400" y="7243200"/>
              <a:chExt cx="709920" cy="498960"/>
            </a:xfrm>
          </p:grpSpPr>
          <p:sp>
            <p:nvSpPr>
              <p:cNvPr id="270" name="Google Shape;277;p8"/>
              <p:cNvSpPr/>
              <p:nvPr/>
            </p:nvSpPr>
            <p:spPr>
              <a:xfrm>
                <a:off x="14720400" y="7391880"/>
                <a:ext cx="709560" cy="350280"/>
              </a:xfrm>
              <a:custGeom>
                <a:avLst/>
                <a:gdLst>
                  <a:gd name="textAreaLeft" fmla="*/ 0 w 709560"/>
                  <a:gd name="textAreaRight" fmla="*/ 709920 w 70956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1" name="Google Shape;278;p8"/>
              <p:cNvSpPr/>
              <p:nvPr/>
            </p:nvSpPr>
            <p:spPr>
              <a:xfrm>
                <a:off x="14720400" y="7243200"/>
                <a:ext cx="70992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72" name="Google Shape;279;p8"/>
            <p:cNvGrpSpPr/>
            <p:nvPr/>
          </p:nvGrpSpPr>
          <p:grpSpPr>
            <a:xfrm>
              <a:off x="12611520" y="8586720"/>
              <a:ext cx="709920" cy="499320"/>
              <a:chOff x="12611520" y="8586720"/>
              <a:chExt cx="709920" cy="499320"/>
            </a:xfrm>
          </p:grpSpPr>
          <p:sp>
            <p:nvSpPr>
              <p:cNvPr id="273" name="Google Shape;280;p8"/>
              <p:cNvSpPr/>
              <p:nvPr/>
            </p:nvSpPr>
            <p:spPr>
              <a:xfrm>
                <a:off x="12611520" y="8735760"/>
                <a:ext cx="709560" cy="350280"/>
              </a:xfrm>
              <a:custGeom>
                <a:avLst/>
                <a:gdLst>
                  <a:gd name="textAreaLeft" fmla="*/ 0 w 709560"/>
                  <a:gd name="textAreaRight" fmla="*/ 709920 w 70956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74" name="Google Shape;281;p8"/>
              <p:cNvSpPr/>
              <p:nvPr/>
            </p:nvSpPr>
            <p:spPr>
              <a:xfrm>
                <a:off x="12611520" y="8586720"/>
                <a:ext cx="70992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75" name="Google Shape;282;p8"/>
            <p:cNvGrpSpPr/>
            <p:nvPr/>
          </p:nvGrpSpPr>
          <p:grpSpPr>
            <a:xfrm>
              <a:off x="15279840" y="6571080"/>
              <a:ext cx="709920" cy="499320"/>
              <a:chOff x="15279840" y="6571080"/>
              <a:chExt cx="709920" cy="499320"/>
            </a:xfrm>
          </p:grpSpPr>
          <p:sp>
            <p:nvSpPr>
              <p:cNvPr id="276" name="Google Shape;283;p8"/>
              <p:cNvSpPr/>
              <p:nvPr/>
            </p:nvSpPr>
            <p:spPr>
              <a:xfrm>
                <a:off x="15279840" y="6720120"/>
                <a:ext cx="709560" cy="350280"/>
              </a:xfrm>
              <a:custGeom>
                <a:avLst/>
                <a:gdLst>
                  <a:gd name="textAreaLeft" fmla="*/ 0 w 709560"/>
                  <a:gd name="textAreaRight" fmla="*/ 709920 w 709560"/>
                  <a:gd name="textAreaTop" fmla="*/ 0 h 350280"/>
                  <a:gd name="textAreaBottom" fmla="*/ 350640 h 350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77" name="Google Shape;284;p8"/>
              <p:cNvSpPr/>
              <p:nvPr/>
            </p:nvSpPr>
            <p:spPr>
              <a:xfrm>
                <a:off x="15279840" y="6571080"/>
                <a:ext cx="709920" cy="49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86;p9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280" name="Google Shape;287;p9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281" name="Google Shape;288;p9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82" name="Google Shape;289;p9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83" name="Google Shape;290;p9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284" name="Google Shape;291;p9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85" name="Google Shape;292;p9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286" name="Google Shape;293;p9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287" name="Google Shape;294;p9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288" name="Google Shape;295;p9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289" name="Google Shape;296;p9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90" name="Google Shape;297;p9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291" name="Google Shape;298;p9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2" name="Google Shape;299;p9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293" name="Google Shape;300;p9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294" name="Google Shape;301;p9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295" name="Google Shape;302;p9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339560" y="2976120"/>
            <a:ext cx="1560888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1807"/>
          </a:bodyPr>
          <a:p>
            <a:pPr indent="0">
              <a:buNone/>
            </a:pPr>
            <a:r>
              <a:rPr b="0" lang="en-US" sz="9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7732440" y="5136840"/>
            <a:ext cx="9337680" cy="444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body"/>
          </p:nvPr>
        </p:nvSpPr>
        <p:spPr>
          <a:xfrm>
            <a:off x="1805040" y="5392440"/>
            <a:ext cx="5495760" cy="393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9" name="Google Shape;306;p9"/>
          <p:cNvGrpSpPr/>
          <p:nvPr/>
        </p:nvGrpSpPr>
        <p:grpSpPr>
          <a:xfrm>
            <a:off x="14691960" y="3329280"/>
            <a:ext cx="2069640" cy="1189080"/>
            <a:chOff x="14691960" y="3329280"/>
            <a:chExt cx="2069640" cy="1189080"/>
          </a:xfrm>
        </p:grpSpPr>
        <p:grpSp>
          <p:nvGrpSpPr>
            <p:cNvPr id="300" name="Google Shape;307;p9"/>
            <p:cNvGrpSpPr/>
            <p:nvPr/>
          </p:nvGrpSpPr>
          <p:grpSpPr>
            <a:xfrm>
              <a:off x="15631200" y="4282560"/>
              <a:ext cx="1130400" cy="235800"/>
              <a:chOff x="15631200" y="4282560"/>
              <a:chExt cx="1130400" cy="235800"/>
            </a:xfrm>
          </p:grpSpPr>
          <p:sp>
            <p:nvSpPr>
              <p:cNvPr id="301" name="Google Shape;308;p9"/>
              <p:cNvSpPr/>
              <p:nvPr/>
            </p:nvSpPr>
            <p:spPr>
              <a:xfrm>
                <a:off x="15631200" y="4352760"/>
                <a:ext cx="1130400" cy="165600"/>
              </a:xfrm>
              <a:custGeom>
                <a:avLst/>
                <a:gdLst>
                  <a:gd name="textAreaLeft" fmla="*/ 0 w 1130400"/>
                  <a:gd name="textAreaRight" fmla="*/ 1130760 w 1130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02" name="Google Shape;309;p9"/>
              <p:cNvSpPr/>
              <p:nvPr/>
            </p:nvSpPr>
            <p:spPr>
              <a:xfrm>
                <a:off x="15631200" y="4282560"/>
                <a:ext cx="1130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03" name="Google Shape;310;p9"/>
            <p:cNvGrpSpPr/>
            <p:nvPr/>
          </p:nvGrpSpPr>
          <p:grpSpPr>
            <a:xfrm>
              <a:off x="15486480" y="3965040"/>
              <a:ext cx="1275120" cy="235800"/>
              <a:chOff x="15486480" y="3965040"/>
              <a:chExt cx="1275120" cy="235800"/>
            </a:xfrm>
          </p:grpSpPr>
          <p:sp>
            <p:nvSpPr>
              <p:cNvPr id="304" name="Google Shape;311;p9"/>
              <p:cNvSpPr/>
              <p:nvPr/>
            </p:nvSpPr>
            <p:spPr>
              <a:xfrm>
                <a:off x="15486480" y="4035240"/>
                <a:ext cx="1275120" cy="165600"/>
              </a:xfrm>
              <a:custGeom>
                <a:avLst/>
                <a:gdLst>
                  <a:gd name="textAreaLeft" fmla="*/ 0 w 1275120"/>
                  <a:gd name="textAreaRight" fmla="*/ 1275480 w 12751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05" name="Google Shape;312;p9"/>
              <p:cNvSpPr/>
              <p:nvPr/>
            </p:nvSpPr>
            <p:spPr>
              <a:xfrm>
                <a:off x="15486480" y="3965040"/>
                <a:ext cx="127512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06" name="Google Shape;313;p9"/>
            <p:cNvGrpSpPr/>
            <p:nvPr/>
          </p:nvGrpSpPr>
          <p:grpSpPr>
            <a:xfrm>
              <a:off x="15196320" y="3329280"/>
              <a:ext cx="638280" cy="236160"/>
              <a:chOff x="15196320" y="3329280"/>
              <a:chExt cx="638280" cy="236160"/>
            </a:xfrm>
          </p:grpSpPr>
          <p:sp>
            <p:nvSpPr>
              <p:cNvPr id="307" name="Google Shape;314;p9"/>
              <p:cNvSpPr/>
              <p:nvPr/>
            </p:nvSpPr>
            <p:spPr>
              <a:xfrm>
                <a:off x="15196320" y="3399840"/>
                <a:ext cx="638280" cy="165600"/>
              </a:xfrm>
              <a:custGeom>
                <a:avLst/>
                <a:gdLst>
                  <a:gd name="textAreaLeft" fmla="*/ 0 w 638280"/>
                  <a:gd name="textAreaRight" fmla="*/ 638640 w 63828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08" name="Google Shape;315;p9"/>
              <p:cNvSpPr/>
              <p:nvPr/>
            </p:nvSpPr>
            <p:spPr>
              <a:xfrm>
                <a:off x="15196320" y="3329280"/>
                <a:ext cx="6382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09" name="Google Shape;316;p9"/>
            <p:cNvGrpSpPr/>
            <p:nvPr/>
          </p:nvGrpSpPr>
          <p:grpSpPr>
            <a:xfrm>
              <a:off x="15982560" y="3647160"/>
              <a:ext cx="779040" cy="236160"/>
              <a:chOff x="15982560" y="3647160"/>
              <a:chExt cx="779040" cy="236160"/>
            </a:xfrm>
          </p:grpSpPr>
          <p:sp>
            <p:nvSpPr>
              <p:cNvPr id="310" name="Google Shape;317;p9"/>
              <p:cNvSpPr/>
              <p:nvPr/>
            </p:nvSpPr>
            <p:spPr>
              <a:xfrm>
                <a:off x="15982560" y="3717720"/>
                <a:ext cx="779040" cy="165600"/>
              </a:xfrm>
              <a:custGeom>
                <a:avLst/>
                <a:gdLst>
                  <a:gd name="textAreaLeft" fmla="*/ 0 w 779040"/>
                  <a:gd name="textAreaRight" fmla="*/ 779400 w 77904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11" name="Google Shape;318;p9"/>
              <p:cNvSpPr/>
              <p:nvPr/>
            </p:nvSpPr>
            <p:spPr>
              <a:xfrm>
                <a:off x="15982560" y="3647160"/>
                <a:ext cx="7786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12" name="Google Shape;319;p9"/>
            <p:cNvGrpSpPr/>
            <p:nvPr/>
          </p:nvGrpSpPr>
          <p:grpSpPr>
            <a:xfrm>
              <a:off x="16242840" y="3329280"/>
              <a:ext cx="518400" cy="236160"/>
              <a:chOff x="16242840" y="3329280"/>
              <a:chExt cx="518400" cy="236160"/>
            </a:xfrm>
          </p:grpSpPr>
          <p:sp>
            <p:nvSpPr>
              <p:cNvPr id="313" name="Google Shape;320;p9"/>
              <p:cNvSpPr/>
              <p:nvPr/>
            </p:nvSpPr>
            <p:spPr>
              <a:xfrm>
                <a:off x="16242840" y="339984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14" name="Google Shape;321;p9"/>
              <p:cNvSpPr/>
              <p:nvPr/>
            </p:nvSpPr>
            <p:spPr>
              <a:xfrm>
                <a:off x="16242840" y="332928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15" name="Google Shape;322;p9"/>
            <p:cNvGrpSpPr/>
            <p:nvPr/>
          </p:nvGrpSpPr>
          <p:grpSpPr>
            <a:xfrm>
              <a:off x="14911560" y="3965040"/>
              <a:ext cx="518400" cy="235800"/>
              <a:chOff x="14911560" y="3965040"/>
              <a:chExt cx="518400" cy="235800"/>
            </a:xfrm>
          </p:grpSpPr>
          <p:sp>
            <p:nvSpPr>
              <p:cNvPr id="316" name="Google Shape;323;p9"/>
              <p:cNvSpPr/>
              <p:nvPr/>
            </p:nvSpPr>
            <p:spPr>
              <a:xfrm>
                <a:off x="14911560" y="403524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17" name="Google Shape;324;p9"/>
              <p:cNvSpPr/>
              <p:nvPr/>
            </p:nvSpPr>
            <p:spPr>
              <a:xfrm>
                <a:off x="14911560" y="396504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18" name="Google Shape;325;p9"/>
            <p:cNvGrpSpPr/>
            <p:nvPr/>
          </p:nvGrpSpPr>
          <p:grpSpPr>
            <a:xfrm>
              <a:off x="15060600" y="4282560"/>
              <a:ext cx="518400" cy="235800"/>
              <a:chOff x="15060600" y="4282560"/>
              <a:chExt cx="518400" cy="235800"/>
            </a:xfrm>
          </p:grpSpPr>
          <p:sp>
            <p:nvSpPr>
              <p:cNvPr id="319" name="Google Shape;326;p9"/>
              <p:cNvSpPr/>
              <p:nvPr/>
            </p:nvSpPr>
            <p:spPr>
              <a:xfrm>
                <a:off x="15060600" y="435276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0" name="Google Shape;327;p9"/>
              <p:cNvSpPr/>
              <p:nvPr/>
            </p:nvSpPr>
            <p:spPr>
              <a:xfrm>
                <a:off x="15060600" y="428256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21" name="Google Shape;328;p9"/>
            <p:cNvGrpSpPr/>
            <p:nvPr/>
          </p:nvGrpSpPr>
          <p:grpSpPr>
            <a:xfrm>
              <a:off x="15631200" y="3647160"/>
              <a:ext cx="316080" cy="236160"/>
              <a:chOff x="15631200" y="3647160"/>
              <a:chExt cx="316080" cy="236160"/>
            </a:xfrm>
          </p:grpSpPr>
          <p:sp>
            <p:nvSpPr>
              <p:cNvPr id="322" name="Google Shape;329;p9"/>
              <p:cNvSpPr/>
              <p:nvPr/>
            </p:nvSpPr>
            <p:spPr>
              <a:xfrm>
                <a:off x="15631200" y="371772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3" name="Google Shape;330;p9"/>
              <p:cNvSpPr/>
              <p:nvPr/>
            </p:nvSpPr>
            <p:spPr>
              <a:xfrm>
                <a:off x="15631200" y="364716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24" name="Google Shape;331;p9"/>
            <p:cNvGrpSpPr/>
            <p:nvPr/>
          </p:nvGrpSpPr>
          <p:grpSpPr>
            <a:xfrm>
              <a:off x="14691960" y="4282560"/>
              <a:ext cx="316080" cy="235800"/>
              <a:chOff x="14691960" y="4282560"/>
              <a:chExt cx="316080" cy="235800"/>
            </a:xfrm>
          </p:grpSpPr>
          <p:sp>
            <p:nvSpPr>
              <p:cNvPr id="325" name="Google Shape;332;p9"/>
              <p:cNvSpPr/>
              <p:nvPr/>
            </p:nvSpPr>
            <p:spPr>
              <a:xfrm>
                <a:off x="14691960" y="435276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26" name="Google Shape;333;p9"/>
              <p:cNvSpPr/>
              <p:nvPr/>
            </p:nvSpPr>
            <p:spPr>
              <a:xfrm>
                <a:off x="14691960" y="428256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27" name="Google Shape;334;p9"/>
            <p:cNvGrpSpPr/>
            <p:nvPr/>
          </p:nvGrpSpPr>
          <p:grpSpPr>
            <a:xfrm>
              <a:off x="15880320" y="3329280"/>
              <a:ext cx="316080" cy="236160"/>
              <a:chOff x="15880320" y="3329280"/>
              <a:chExt cx="316080" cy="236160"/>
            </a:xfrm>
          </p:grpSpPr>
          <p:sp>
            <p:nvSpPr>
              <p:cNvPr id="328" name="Google Shape;335;p9"/>
              <p:cNvSpPr/>
              <p:nvPr/>
            </p:nvSpPr>
            <p:spPr>
              <a:xfrm>
                <a:off x="15880320" y="339984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29" name="Google Shape;336;p9"/>
              <p:cNvSpPr/>
              <p:nvPr/>
            </p:nvSpPr>
            <p:spPr>
              <a:xfrm>
                <a:off x="15880320" y="332928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330" name="Google Shape;337;p9"/>
          <p:cNvGrpSpPr/>
          <p:nvPr/>
        </p:nvGrpSpPr>
        <p:grpSpPr>
          <a:xfrm>
            <a:off x="14691960" y="7776000"/>
            <a:ext cx="2069640" cy="1188720"/>
            <a:chOff x="14691960" y="7776000"/>
            <a:chExt cx="2069640" cy="1188720"/>
          </a:xfrm>
        </p:grpSpPr>
        <p:grpSp>
          <p:nvGrpSpPr>
            <p:cNvPr id="331" name="Google Shape;338;p9"/>
            <p:cNvGrpSpPr/>
            <p:nvPr/>
          </p:nvGrpSpPr>
          <p:grpSpPr>
            <a:xfrm>
              <a:off x="14692320" y="7776000"/>
              <a:ext cx="1130400" cy="235800"/>
              <a:chOff x="14692320" y="7776000"/>
              <a:chExt cx="1130400" cy="235800"/>
            </a:xfrm>
          </p:grpSpPr>
          <p:sp>
            <p:nvSpPr>
              <p:cNvPr id="332" name="Google Shape;339;p9"/>
              <p:cNvSpPr/>
              <p:nvPr/>
            </p:nvSpPr>
            <p:spPr>
              <a:xfrm rot="10800000">
                <a:off x="14692320" y="7776000"/>
                <a:ext cx="1130400" cy="165600"/>
              </a:xfrm>
              <a:custGeom>
                <a:avLst/>
                <a:gdLst>
                  <a:gd name="textAreaLeft" fmla="*/ 0 w 1130400"/>
                  <a:gd name="textAreaRight" fmla="*/ 1130760 w 1130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33" name="Google Shape;340;p9"/>
              <p:cNvSpPr/>
              <p:nvPr/>
            </p:nvSpPr>
            <p:spPr>
              <a:xfrm rot="10800000">
                <a:off x="14692320" y="7776000"/>
                <a:ext cx="1130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34" name="Google Shape;341;p9"/>
            <p:cNvGrpSpPr/>
            <p:nvPr/>
          </p:nvGrpSpPr>
          <p:grpSpPr>
            <a:xfrm>
              <a:off x="14692320" y="8093160"/>
              <a:ext cx="1275120" cy="236160"/>
              <a:chOff x="14692320" y="8093160"/>
              <a:chExt cx="1275120" cy="236160"/>
            </a:xfrm>
          </p:grpSpPr>
          <p:sp>
            <p:nvSpPr>
              <p:cNvPr id="335" name="Google Shape;342;p9"/>
              <p:cNvSpPr/>
              <p:nvPr/>
            </p:nvSpPr>
            <p:spPr>
              <a:xfrm rot="10800000">
                <a:off x="14692320" y="8093160"/>
                <a:ext cx="1275120" cy="165600"/>
              </a:xfrm>
              <a:custGeom>
                <a:avLst/>
                <a:gdLst>
                  <a:gd name="textAreaLeft" fmla="*/ 0 w 1275120"/>
                  <a:gd name="textAreaRight" fmla="*/ 1275480 w 12751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36" name="Google Shape;343;p9"/>
              <p:cNvSpPr/>
              <p:nvPr/>
            </p:nvSpPr>
            <p:spPr>
              <a:xfrm rot="10800000">
                <a:off x="14692320" y="8093520"/>
                <a:ext cx="127512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37" name="Google Shape;344;p9"/>
            <p:cNvGrpSpPr/>
            <p:nvPr/>
          </p:nvGrpSpPr>
          <p:grpSpPr>
            <a:xfrm>
              <a:off x="15619320" y="8728920"/>
              <a:ext cx="638280" cy="235800"/>
              <a:chOff x="15619320" y="8728920"/>
              <a:chExt cx="638280" cy="235800"/>
            </a:xfrm>
          </p:grpSpPr>
          <p:sp>
            <p:nvSpPr>
              <p:cNvPr id="338" name="Google Shape;345;p9"/>
              <p:cNvSpPr/>
              <p:nvPr/>
            </p:nvSpPr>
            <p:spPr>
              <a:xfrm rot="10800000">
                <a:off x="15619320" y="8728920"/>
                <a:ext cx="638280" cy="165600"/>
              </a:xfrm>
              <a:custGeom>
                <a:avLst/>
                <a:gdLst>
                  <a:gd name="textAreaLeft" fmla="*/ 0 w 638280"/>
                  <a:gd name="textAreaRight" fmla="*/ 638640 w 63828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39" name="Google Shape;346;p9"/>
              <p:cNvSpPr/>
              <p:nvPr/>
            </p:nvSpPr>
            <p:spPr>
              <a:xfrm rot="10800000">
                <a:off x="15619320" y="8728920"/>
                <a:ext cx="6382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40" name="Google Shape;347;p9"/>
            <p:cNvGrpSpPr/>
            <p:nvPr/>
          </p:nvGrpSpPr>
          <p:grpSpPr>
            <a:xfrm>
              <a:off x="14691960" y="8411040"/>
              <a:ext cx="779040" cy="235800"/>
              <a:chOff x="14691960" y="8411040"/>
              <a:chExt cx="779040" cy="235800"/>
            </a:xfrm>
          </p:grpSpPr>
          <p:sp>
            <p:nvSpPr>
              <p:cNvPr id="341" name="Google Shape;348;p9"/>
              <p:cNvSpPr/>
              <p:nvPr/>
            </p:nvSpPr>
            <p:spPr>
              <a:xfrm rot="10800000">
                <a:off x="14691960" y="8411040"/>
                <a:ext cx="779040" cy="165600"/>
              </a:xfrm>
              <a:custGeom>
                <a:avLst/>
                <a:gdLst>
                  <a:gd name="textAreaLeft" fmla="*/ 0 w 779040"/>
                  <a:gd name="textAreaRight" fmla="*/ 779400 w 77904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42" name="Google Shape;349;p9"/>
              <p:cNvSpPr/>
              <p:nvPr/>
            </p:nvSpPr>
            <p:spPr>
              <a:xfrm rot="10800000">
                <a:off x="14692320" y="8411040"/>
                <a:ext cx="7786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43" name="Google Shape;350;p9"/>
            <p:cNvGrpSpPr/>
            <p:nvPr/>
          </p:nvGrpSpPr>
          <p:grpSpPr>
            <a:xfrm>
              <a:off x="14692320" y="8728920"/>
              <a:ext cx="518400" cy="235800"/>
              <a:chOff x="14692320" y="8728920"/>
              <a:chExt cx="518400" cy="235800"/>
            </a:xfrm>
          </p:grpSpPr>
          <p:sp>
            <p:nvSpPr>
              <p:cNvPr id="344" name="Google Shape;351;p9"/>
              <p:cNvSpPr/>
              <p:nvPr/>
            </p:nvSpPr>
            <p:spPr>
              <a:xfrm rot="10800000">
                <a:off x="14692320" y="872892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45" name="Google Shape;352;p9"/>
              <p:cNvSpPr/>
              <p:nvPr/>
            </p:nvSpPr>
            <p:spPr>
              <a:xfrm rot="10800000">
                <a:off x="14692320" y="872892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46" name="Google Shape;353;p9"/>
            <p:cNvGrpSpPr/>
            <p:nvPr/>
          </p:nvGrpSpPr>
          <p:grpSpPr>
            <a:xfrm>
              <a:off x="16023600" y="8093160"/>
              <a:ext cx="518400" cy="236160"/>
              <a:chOff x="16023600" y="8093160"/>
              <a:chExt cx="518400" cy="236160"/>
            </a:xfrm>
          </p:grpSpPr>
          <p:sp>
            <p:nvSpPr>
              <p:cNvPr id="347" name="Google Shape;354;p9"/>
              <p:cNvSpPr/>
              <p:nvPr/>
            </p:nvSpPr>
            <p:spPr>
              <a:xfrm rot="10800000">
                <a:off x="16023600" y="809316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48" name="Google Shape;355;p9"/>
              <p:cNvSpPr/>
              <p:nvPr/>
            </p:nvSpPr>
            <p:spPr>
              <a:xfrm rot="10800000">
                <a:off x="16023600" y="809352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49" name="Google Shape;356;p9"/>
            <p:cNvGrpSpPr/>
            <p:nvPr/>
          </p:nvGrpSpPr>
          <p:grpSpPr>
            <a:xfrm>
              <a:off x="15874920" y="7776000"/>
              <a:ext cx="518400" cy="235800"/>
              <a:chOff x="15874920" y="7776000"/>
              <a:chExt cx="518400" cy="235800"/>
            </a:xfrm>
          </p:grpSpPr>
          <p:sp>
            <p:nvSpPr>
              <p:cNvPr id="350" name="Google Shape;357;p9"/>
              <p:cNvSpPr/>
              <p:nvPr/>
            </p:nvSpPr>
            <p:spPr>
              <a:xfrm rot="10800000">
                <a:off x="15874920" y="7776000"/>
                <a:ext cx="518400" cy="165600"/>
              </a:xfrm>
              <a:custGeom>
                <a:avLst/>
                <a:gdLst>
                  <a:gd name="textAreaLeft" fmla="*/ 0 w 518400"/>
                  <a:gd name="textAreaRight" fmla="*/ 518760 w 51840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1" name="Google Shape;358;p9"/>
              <p:cNvSpPr/>
              <p:nvPr/>
            </p:nvSpPr>
            <p:spPr>
              <a:xfrm rot="10800000">
                <a:off x="15874920" y="7776000"/>
                <a:ext cx="51840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52" name="Google Shape;359;p9"/>
            <p:cNvGrpSpPr/>
            <p:nvPr/>
          </p:nvGrpSpPr>
          <p:grpSpPr>
            <a:xfrm>
              <a:off x="15506640" y="8411040"/>
              <a:ext cx="316080" cy="235800"/>
              <a:chOff x="15506640" y="8411040"/>
              <a:chExt cx="316080" cy="235800"/>
            </a:xfrm>
          </p:grpSpPr>
          <p:sp>
            <p:nvSpPr>
              <p:cNvPr id="353" name="Google Shape;360;p9"/>
              <p:cNvSpPr/>
              <p:nvPr/>
            </p:nvSpPr>
            <p:spPr>
              <a:xfrm rot="10800000">
                <a:off x="15507000" y="841104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54" name="Google Shape;361;p9"/>
              <p:cNvSpPr/>
              <p:nvPr/>
            </p:nvSpPr>
            <p:spPr>
              <a:xfrm rot="10800000">
                <a:off x="15506640" y="841104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55" name="Google Shape;362;p9"/>
            <p:cNvGrpSpPr/>
            <p:nvPr/>
          </p:nvGrpSpPr>
          <p:grpSpPr>
            <a:xfrm>
              <a:off x="16445520" y="7776000"/>
              <a:ext cx="316080" cy="235800"/>
              <a:chOff x="16445520" y="7776000"/>
              <a:chExt cx="316080" cy="235800"/>
            </a:xfrm>
          </p:grpSpPr>
          <p:sp>
            <p:nvSpPr>
              <p:cNvPr id="356" name="Google Shape;363;p9"/>
              <p:cNvSpPr/>
              <p:nvPr/>
            </p:nvSpPr>
            <p:spPr>
              <a:xfrm rot="10800000">
                <a:off x="16445880" y="777600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57" name="Google Shape;364;p9"/>
              <p:cNvSpPr/>
              <p:nvPr/>
            </p:nvSpPr>
            <p:spPr>
              <a:xfrm rot="10800000">
                <a:off x="16445520" y="777600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58" name="Google Shape;365;p9"/>
            <p:cNvGrpSpPr/>
            <p:nvPr/>
          </p:nvGrpSpPr>
          <p:grpSpPr>
            <a:xfrm>
              <a:off x="15257160" y="8728920"/>
              <a:ext cx="316080" cy="235800"/>
              <a:chOff x="15257160" y="8728920"/>
              <a:chExt cx="316080" cy="235800"/>
            </a:xfrm>
          </p:grpSpPr>
          <p:sp>
            <p:nvSpPr>
              <p:cNvPr id="359" name="Google Shape;366;p9"/>
              <p:cNvSpPr/>
              <p:nvPr/>
            </p:nvSpPr>
            <p:spPr>
              <a:xfrm rot="10800000">
                <a:off x="15257520" y="8728920"/>
                <a:ext cx="315720" cy="165600"/>
              </a:xfrm>
              <a:custGeom>
                <a:avLst/>
                <a:gdLst>
                  <a:gd name="textAreaLeft" fmla="*/ 0 w 315720"/>
                  <a:gd name="textAreaRight" fmla="*/ 316080 w 315720"/>
                  <a:gd name="textAreaTop" fmla="*/ 0 h 165600"/>
                  <a:gd name="textAreaBottom" fmla="*/ 165960 h 165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60" name="Google Shape;367;p9"/>
              <p:cNvSpPr/>
              <p:nvPr/>
            </p:nvSpPr>
            <p:spPr>
              <a:xfrm rot="10800000">
                <a:off x="15257160" y="8728920"/>
                <a:ext cx="316080" cy="23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9;p10"/>
          <p:cNvGrpSpPr/>
          <p:nvPr/>
        </p:nvGrpSpPr>
        <p:grpSpPr>
          <a:xfrm>
            <a:off x="486000" y="325800"/>
            <a:ext cx="17316000" cy="9454320"/>
            <a:chOff x="486000" y="325800"/>
            <a:chExt cx="17316000" cy="9454320"/>
          </a:xfrm>
        </p:grpSpPr>
        <p:grpSp>
          <p:nvGrpSpPr>
            <p:cNvPr id="362" name="Google Shape;370;p10"/>
            <p:cNvGrpSpPr/>
            <p:nvPr/>
          </p:nvGrpSpPr>
          <p:grpSpPr>
            <a:xfrm>
              <a:off x="486000" y="325800"/>
              <a:ext cx="17301960" cy="9454320"/>
              <a:chOff x="486000" y="325800"/>
              <a:chExt cx="17301960" cy="9454320"/>
            </a:xfrm>
          </p:grpSpPr>
          <p:sp>
            <p:nvSpPr>
              <p:cNvPr id="363" name="Google Shape;371;p10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64" name="Google Shape;372;p10"/>
              <p:cNvSpPr/>
              <p:nvPr/>
            </p:nvSpPr>
            <p:spPr>
              <a:xfrm>
                <a:off x="48600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65" name="Google Shape;373;p10"/>
            <p:cNvGrpSpPr/>
            <p:nvPr/>
          </p:nvGrpSpPr>
          <p:grpSpPr>
            <a:xfrm>
              <a:off x="500040" y="325800"/>
              <a:ext cx="17301960" cy="9454320"/>
              <a:chOff x="500040" y="325800"/>
              <a:chExt cx="17301960" cy="9454320"/>
            </a:xfrm>
          </p:grpSpPr>
          <p:sp>
            <p:nvSpPr>
              <p:cNvPr id="366" name="Google Shape;374;p10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67" name="Google Shape;375;p10"/>
              <p:cNvSpPr/>
              <p:nvPr/>
            </p:nvSpPr>
            <p:spPr>
              <a:xfrm>
                <a:off x="500040" y="325800"/>
                <a:ext cx="1730196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368" name="Google Shape;376;p10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369" name="Google Shape;377;p10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370" name="Google Shape;378;p10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71" name="Google Shape;379;p10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72" name="Google Shape;380;p10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373" name="Google Shape;381;p10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4" name="Google Shape;382;p10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75" name="Google Shape;383;p10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376" name="Google Shape;384;p10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7" name="Google Shape;385;p10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1317960" y="3575880"/>
            <a:ext cx="1565172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32621"/>
          </a:bodyPr>
          <a:p>
            <a:pPr indent="0">
              <a:buNone/>
            </a:pPr>
            <a:r>
              <a:rPr b="0" lang="en-US" sz="99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9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10101600" y="515088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body"/>
          </p:nvPr>
        </p:nvSpPr>
        <p:spPr>
          <a:xfrm>
            <a:off x="2549880" y="515088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93;p11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382" name="Google Shape;394;p11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383" name="Google Shape;395;p11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84" name="Google Shape;396;p11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85" name="Google Shape;397;p11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386" name="Google Shape;398;p11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87" name="Google Shape;399;p11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388" name="Google Shape;400;p11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389" name="Google Shape;401;p11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390" name="Google Shape;402;p11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91" name="Google Shape;403;p11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92" name="Google Shape;404;p11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393" name="Google Shape;405;p11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4" name="Google Shape;406;p11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395" name="Google Shape;407;p11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396" name="Google Shape;408;p11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97" name="Google Shape;409;p11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398" name="Google Shape;410;p11"/>
          <p:cNvGrpSpPr/>
          <p:nvPr/>
        </p:nvGrpSpPr>
        <p:grpSpPr>
          <a:xfrm>
            <a:off x="1028880" y="4836240"/>
            <a:ext cx="11086920" cy="1663200"/>
            <a:chOff x="1028880" y="4836240"/>
            <a:chExt cx="11086920" cy="1663200"/>
          </a:xfrm>
        </p:grpSpPr>
        <p:sp>
          <p:nvSpPr>
            <p:cNvPr id="399" name="Google Shape;411;p11"/>
            <p:cNvSpPr/>
            <p:nvPr/>
          </p:nvSpPr>
          <p:spPr>
            <a:xfrm>
              <a:off x="1028880" y="5003280"/>
              <a:ext cx="11086920" cy="1496160"/>
            </a:xfrm>
            <a:custGeom>
              <a:avLst/>
              <a:gdLst>
                <a:gd name="textAreaLeft" fmla="*/ 0 w 11086920"/>
                <a:gd name="textAreaRight" fmla="*/ 11087280 w 1108692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2296627" h="426740">
                  <a:moveTo>
                    <a:pt x="18297" y="0"/>
                  </a:moveTo>
                  <a:lnTo>
                    <a:pt x="2278331" y="0"/>
                  </a:lnTo>
                  <a:cubicBezTo>
                    <a:pt x="2283183" y="0"/>
                    <a:pt x="2287837" y="1928"/>
                    <a:pt x="2291268" y="5359"/>
                  </a:cubicBezTo>
                  <a:cubicBezTo>
                    <a:pt x="2294699" y="8790"/>
                    <a:pt x="2296627" y="13444"/>
                    <a:pt x="2296627" y="18297"/>
                  </a:cubicBezTo>
                  <a:lnTo>
                    <a:pt x="2296627" y="408444"/>
                  </a:lnTo>
                  <a:cubicBezTo>
                    <a:pt x="2296627" y="413296"/>
                    <a:pt x="2294699" y="417950"/>
                    <a:pt x="2291268" y="421381"/>
                  </a:cubicBezTo>
                  <a:cubicBezTo>
                    <a:pt x="2287837" y="424812"/>
                    <a:pt x="2283183" y="426740"/>
                    <a:pt x="2278331" y="426740"/>
                  </a:cubicBezTo>
                  <a:lnTo>
                    <a:pt x="18297" y="426740"/>
                  </a:lnTo>
                  <a:cubicBezTo>
                    <a:pt x="13444" y="426740"/>
                    <a:pt x="8790" y="424812"/>
                    <a:pt x="5359" y="421381"/>
                  </a:cubicBezTo>
                  <a:cubicBezTo>
                    <a:pt x="1928" y="417950"/>
                    <a:pt x="0" y="413296"/>
                    <a:pt x="0" y="408444"/>
                  </a:cubicBezTo>
                  <a:lnTo>
                    <a:pt x="0" y="18297"/>
                  </a:lnTo>
                  <a:cubicBezTo>
                    <a:pt x="0" y="13444"/>
                    <a:pt x="1928" y="8790"/>
                    <a:pt x="5359" y="5359"/>
                  </a:cubicBezTo>
                  <a:cubicBezTo>
                    <a:pt x="8790" y="1928"/>
                    <a:pt x="13444" y="0"/>
                    <a:pt x="18297" y="0"/>
                  </a:cubicBezTo>
                  <a:close/>
                </a:path>
              </a:pathLst>
            </a:custGeom>
            <a:solidFill>
              <a:srgbClr val="ff66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Google Shape;412;p11"/>
            <p:cNvSpPr/>
            <p:nvPr/>
          </p:nvSpPr>
          <p:spPr>
            <a:xfrm>
              <a:off x="1028880" y="4836240"/>
              <a:ext cx="1108692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01" name="Google Shape;413;p11"/>
          <p:cNvGrpSpPr/>
          <p:nvPr/>
        </p:nvGrpSpPr>
        <p:grpSpPr>
          <a:xfrm>
            <a:off x="1338480" y="5080320"/>
            <a:ext cx="11005920" cy="1663200"/>
            <a:chOff x="1338480" y="5080320"/>
            <a:chExt cx="11005920" cy="1663200"/>
          </a:xfrm>
        </p:grpSpPr>
        <p:sp>
          <p:nvSpPr>
            <p:cNvPr id="402" name="Google Shape;414;p11"/>
            <p:cNvSpPr/>
            <p:nvPr/>
          </p:nvSpPr>
          <p:spPr>
            <a:xfrm>
              <a:off x="1338480" y="5247360"/>
              <a:ext cx="11005920" cy="1496160"/>
            </a:xfrm>
            <a:custGeom>
              <a:avLst/>
              <a:gdLst>
                <a:gd name="textAreaLeft" fmla="*/ 0 w 11005920"/>
                <a:gd name="textAreaRight" fmla="*/ 11006280 w 1100592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2296627" h="426740">
                  <a:moveTo>
                    <a:pt x="20584" y="0"/>
                  </a:moveTo>
                  <a:lnTo>
                    <a:pt x="2276043" y="0"/>
                  </a:lnTo>
                  <a:cubicBezTo>
                    <a:pt x="2287412" y="0"/>
                    <a:pt x="2296627" y="9216"/>
                    <a:pt x="2296627" y="20584"/>
                  </a:cubicBezTo>
                  <a:lnTo>
                    <a:pt x="2296627" y="406157"/>
                  </a:lnTo>
                  <a:cubicBezTo>
                    <a:pt x="2296627" y="411616"/>
                    <a:pt x="2294458" y="416851"/>
                    <a:pt x="2290598" y="420711"/>
                  </a:cubicBezTo>
                  <a:cubicBezTo>
                    <a:pt x="2286738" y="424571"/>
                    <a:pt x="2281503" y="426740"/>
                    <a:pt x="2276043" y="426740"/>
                  </a:cubicBezTo>
                  <a:lnTo>
                    <a:pt x="20584" y="426740"/>
                  </a:lnTo>
                  <a:cubicBezTo>
                    <a:pt x="15124" y="426740"/>
                    <a:pt x="9889" y="424571"/>
                    <a:pt x="6029" y="420711"/>
                  </a:cubicBezTo>
                  <a:cubicBezTo>
                    <a:pt x="2169" y="416851"/>
                    <a:pt x="0" y="411616"/>
                    <a:pt x="0" y="406157"/>
                  </a:cubicBezTo>
                  <a:lnTo>
                    <a:pt x="0" y="20584"/>
                  </a:lnTo>
                  <a:cubicBezTo>
                    <a:pt x="0" y="15124"/>
                    <a:pt x="2169" y="9889"/>
                    <a:pt x="6029" y="6029"/>
                  </a:cubicBezTo>
                  <a:cubicBezTo>
                    <a:pt x="9889" y="2169"/>
                    <a:pt x="15124" y="0"/>
                    <a:pt x="20584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3" name="Google Shape;415;p11"/>
            <p:cNvSpPr/>
            <p:nvPr/>
          </p:nvSpPr>
          <p:spPr>
            <a:xfrm>
              <a:off x="1338480" y="5080320"/>
              <a:ext cx="1100592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04" name="Google Shape;416;p11"/>
          <p:cNvSpPr/>
          <p:nvPr/>
        </p:nvSpPr>
        <p:spPr>
          <a:xfrm>
            <a:off x="1594080" y="5405040"/>
            <a:ext cx="1124244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fffff"/>
                </a:solidFill>
                <a:latin typeface="Courier New"/>
                <a:ea typeface="Courier New"/>
              </a:rPr>
              <a:t>CENTRO EDUCATIVO LOGROS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05" name="Google Shape;417;p11"/>
          <p:cNvGrpSpPr/>
          <p:nvPr/>
        </p:nvGrpSpPr>
        <p:grpSpPr>
          <a:xfrm>
            <a:off x="12943800" y="4875480"/>
            <a:ext cx="3987000" cy="2157480"/>
            <a:chOff x="12943800" y="4875480"/>
            <a:chExt cx="3987000" cy="2157480"/>
          </a:xfrm>
        </p:grpSpPr>
        <p:grpSp>
          <p:nvGrpSpPr>
            <p:cNvPr id="406" name="Google Shape;418;p11"/>
            <p:cNvGrpSpPr/>
            <p:nvPr/>
          </p:nvGrpSpPr>
          <p:grpSpPr>
            <a:xfrm>
              <a:off x="14752800" y="6604560"/>
              <a:ext cx="2177640" cy="428400"/>
              <a:chOff x="14752800" y="6604560"/>
              <a:chExt cx="2177640" cy="428400"/>
            </a:xfrm>
          </p:grpSpPr>
          <p:sp>
            <p:nvSpPr>
              <p:cNvPr id="407" name="Google Shape;419;p11"/>
              <p:cNvSpPr/>
              <p:nvPr/>
            </p:nvSpPr>
            <p:spPr>
              <a:xfrm>
                <a:off x="14752800" y="6732360"/>
                <a:ext cx="2177640" cy="300600"/>
              </a:xfrm>
              <a:custGeom>
                <a:avLst/>
                <a:gdLst>
                  <a:gd name="textAreaLeft" fmla="*/ 0 w 2177640"/>
                  <a:gd name="textAreaRight" fmla="*/ 2178000 w 217764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08" name="Google Shape;420;p11"/>
              <p:cNvSpPr/>
              <p:nvPr/>
            </p:nvSpPr>
            <p:spPr>
              <a:xfrm>
                <a:off x="14752800" y="6604560"/>
                <a:ext cx="217764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09" name="Google Shape;421;p11"/>
            <p:cNvGrpSpPr/>
            <p:nvPr/>
          </p:nvGrpSpPr>
          <p:grpSpPr>
            <a:xfrm>
              <a:off x="14474160" y="6028560"/>
              <a:ext cx="2456640" cy="428400"/>
              <a:chOff x="14474160" y="6028560"/>
              <a:chExt cx="2456640" cy="428400"/>
            </a:xfrm>
          </p:grpSpPr>
          <p:sp>
            <p:nvSpPr>
              <p:cNvPr id="410" name="Google Shape;422;p11"/>
              <p:cNvSpPr/>
              <p:nvPr/>
            </p:nvSpPr>
            <p:spPr>
              <a:xfrm>
                <a:off x="14474160" y="6156360"/>
                <a:ext cx="2456640" cy="300600"/>
              </a:xfrm>
              <a:custGeom>
                <a:avLst/>
                <a:gdLst>
                  <a:gd name="textAreaLeft" fmla="*/ 0 w 2456640"/>
                  <a:gd name="textAreaRight" fmla="*/ 2457000 w 245664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11" name="Google Shape;423;p11"/>
              <p:cNvSpPr/>
              <p:nvPr/>
            </p:nvSpPr>
            <p:spPr>
              <a:xfrm>
                <a:off x="14474160" y="6028560"/>
                <a:ext cx="245664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12" name="Google Shape;424;p11"/>
            <p:cNvGrpSpPr/>
            <p:nvPr/>
          </p:nvGrpSpPr>
          <p:grpSpPr>
            <a:xfrm>
              <a:off x="13915440" y="4875480"/>
              <a:ext cx="1229760" cy="428400"/>
              <a:chOff x="13915440" y="4875480"/>
              <a:chExt cx="1229760" cy="428400"/>
            </a:xfrm>
          </p:grpSpPr>
          <p:sp>
            <p:nvSpPr>
              <p:cNvPr id="413" name="Google Shape;425;p11"/>
              <p:cNvSpPr/>
              <p:nvPr/>
            </p:nvSpPr>
            <p:spPr>
              <a:xfrm>
                <a:off x="13915440" y="5003280"/>
                <a:ext cx="1229760" cy="300600"/>
              </a:xfrm>
              <a:custGeom>
                <a:avLst/>
                <a:gdLst>
                  <a:gd name="textAreaLeft" fmla="*/ 0 w 1229760"/>
                  <a:gd name="textAreaRight" fmla="*/ 1230120 w 122976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14" name="Google Shape;426;p11"/>
              <p:cNvSpPr/>
              <p:nvPr/>
            </p:nvSpPr>
            <p:spPr>
              <a:xfrm>
                <a:off x="13915440" y="4875480"/>
                <a:ext cx="122976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15" name="Google Shape;427;p11"/>
            <p:cNvGrpSpPr/>
            <p:nvPr/>
          </p:nvGrpSpPr>
          <p:grpSpPr>
            <a:xfrm>
              <a:off x="15429960" y="5452200"/>
              <a:ext cx="1500840" cy="428040"/>
              <a:chOff x="15429960" y="5452200"/>
              <a:chExt cx="1500840" cy="428040"/>
            </a:xfrm>
          </p:grpSpPr>
          <p:sp>
            <p:nvSpPr>
              <p:cNvPr id="416" name="Google Shape;428;p11"/>
              <p:cNvSpPr/>
              <p:nvPr/>
            </p:nvSpPr>
            <p:spPr>
              <a:xfrm>
                <a:off x="15429960" y="5579640"/>
                <a:ext cx="1500840" cy="300600"/>
              </a:xfrm>
              <a:custGeom>
                <a:avLst/>
                <a:gdLst>
                  <a:gd name="textAreaLeft" fmla="*/ 0 w 1500840"/>
                  <a:gd name="textAreaRight" fmla="*/ 1501200 w 150084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17" name="Google Shape;429;p11"/>
              <p:cNvSpPr/>
              <p:nvPr/>
            </p:nvSpPr>
            <p:spPr>
              <a:xfrm>
                <a:off x="15429960" y="5452200"/>
                <a:ext cx="150084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18" name="Google Shape;430;p11"/>
            <p:cNvGrpSpPr/>
            <p:nvPr/>
          </p:nvGrpSpPr>
          <p:grpSpPr>
            <a:xfrm>
              <a:off x="15931800" y="4875480"/>
              <a:ext cx="999000" cy="428400"/>
              <a:chOff x="15931800" y="4875480"/>
              <a:chExt cx="999000" cy="428400"/>
            </a:xfrm>
          </p:grpSpPr>
          <p:sp>
            <p:nvSpPr>
              <p:cNvPr id="419" name="Google Shape;431;p11"/>
              <p:cNvSpPr/>
              <p:nvPr/>
            </p:nvSpPr>
            <p:spPr>
              <a:xfrm>
                <a:off x="15931800" y="5003280"/>
                <a:ext cx="999000" cy="300600"/>
              </a:xfrm>
              <a:custGeom>
                <a:avLst/>
                <a:gdLst>
                  <a:gd name="textAreaLeft" fmla="*/ 0 w 999000"/>
                  <a:gd name="textAreaRight" fmla="*/ 999360 w 99900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20" name="Google Shape;432;p11"/>
              <p:cNvSpPr/>
              <p:nvPr/>
            </p:nvSpPr>
            <p:spPr>
              <a:xfrm>
                <a:off x="15931800" y="4875480"/>
                <a:ext cx="99900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21" name="Google Shape;433;p11"/>
            <p:cNvGrpSpPr/>
            <p:nvPr/>
          </p:nvGrpSpPr>
          <p:grpSpPr>
            <a:xfrm>
              <a:off x="13367160" y="6028560"/>
              <a:ext cx="999000" cy="428400"/>
              <a:chOff x="13367160" y="6028560"/>
              <a:chExt cx="999000" cy="428400"/>
            </a:xfrm>
          </p:grpSpPr>
          <p:sp>
            <p:nvSpPr>
              <p:cNvPr id="422" name="Google Shape;434;p11"/>
              <p:cNvSpPr/>
              <p:nvPr/>
            </p:nvSpPr>
            <p:spPr>
              <a:xfrm>
                <a:off x="13367160" y="6156360"/>
                <a:ext cx="999000" cy="300600"/>
              </a:xfrm>
              <a:custGeom>
                <a:avLst/>
                <a:gdLst>
                  <a:gd name="textAreaLeft" fmla="*/ 0 w 999000"/>
                  <a:gd name="textAreaRight" fmla="*/ 999360 w 99900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3" name="Google Shape;435;p11"/>
              <p:cNvSpPr/>
              <p:nvPr/>
            </p:nvSpPr>
            <p:spPr>
              <a:xfrm>
                <a:off x="13367160" y="6028560"/>
                <a:ext cx="99900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24" name="Google Shape;436;p11"/>
            <p:cNvGrpSpPr/>
            <p:nvPr/>
          </p:nvGrpSpPr>
          <p:grpSpPr>
            <a:xfrm>
              <a:off x="13653720" y="6604560"/>
              <a:ext cx="999000" cy="428400"/>
              <a:chOff x="13653720" y="6604560"/>
              <a:chExt cx="999000" cy="428400"/>
            </a:xfrm>
          </p:grpSpPr>
          <p:sp>
            <p:nvSpPr>
              <p:cNvPr id="425" name="Google Shape;437;p11"/>
              <p:cNvSpPr/>
              <p:nvPr/>
            </p:nvSpPr>
            <p:spPr>
              <a:xfrm>
                <a:off x="13653720" y="6732360"/>
                <a:ext cx="999000" cy="300600"/>
              </a:xfrm>
              <a:custGeom>
                <a:avLst/>
                <a:gdLst>
                  <a:gd name="textAreaLeft" fmla="*/ 0 w 999000"/>
                  <a:gd name="textAreaRight" fmla="*/ 999360 w 99900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6" name="Google Shape;438;p11"/>
              <p:cNvSpPr/>
              <p:nvPr/>
            </p:nvSpPr>
            <p:spPr>
              <a:xfrm>
                <a:off x="13653720" y="6604560"/>
                <a:ext cx="99900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27" name="Google Shape;439;p11"/>
            <p:cNvGrpSpPr/>
            <p:nvPr/>
          </p:nvGrpSpPr>
          <p:grpSpPr>
            <a:xfrm>
              <a:off x="14752800" y="5452200"/>
              <a:ext cx="608760" cy="428040"/>
              <a:chOff x="14752800" y="5452200"/>
              <a:chExt cx="608760" cy="428040"/>
            </a:xfrm>
          </p:grpSpPr>
          <p:sp>
            <p:nvSpPr>
              <p:cNvPr id="428" name="Google Shape;440;p11"/>
              <p:cNvSpPr/>
              <p:nvPr/>
            </p:nvSpPr>
            <p:spPr>
              <a:xfrm>
                <a:off x="14752800" y="5579640"/>
                <a:ext cx="608760" cy="300600"/>
              </a:xfrm>
              <a:custGeom>
                <a:avLst/>
                <a:gdLst>
                  <a:gd name="textAreaLeft" fmla="*/ 0 w 608760"/>
                  <a:gd name="textAreaRight" fmla="*/ 609120 w 60876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29" name="Google Shape;441;p11"/>
              <p:cNvSpPr/>
              <p:nvPr/>
            </p:nvSpPr>
            <p:spPr>
              <a:xfrm>
                <a:off x="14752800" y="5452200"/>
                <a:ext cx="60876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30" name="Google Shape;442;p11"/>
            <p:cNvGrpSpPr/>
            <p:nvPr/>
          </p:nvGrpSpPr>
          <p:grpSpPr>
            <a:xfrm>
              <a:off x="12943800" y="6604560"/>
              <a:ext cx="608760" cy="428400"/>
              <a:chOff x="12943800" y="6604560"/>
              <a:chExt cx="608760" cy="428400"/>
            </a:xfrm>
          </p:grpSpPr>
          <p:sp>
            <p:nvSpPr>
              <p:cNvPr id="431" name="Google Shape;443;p11"/>
              <p:cNvSpPr/>
              <p:nvPr/>
            </p:nvSpPr>
            <p:spPr>
              <a:xfrm>
                <a:off x="12943800" y="6732360"/>
                <a:ext cx="608760" cy="300600"/>
              </a:xfrm>
              <a:custGeom>
                <a:avLst/>
                <a:gdLst>
                  <a:gd name="textAreaLeft" fmla="*/ 0 w 608760"/>
                  <a:gd name="textAreaRight" fmla="*/ 609120 w 60876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32" name="Google Shape;444;p11"/>
              <p:cNvSpPr/>
              <p:nvPr/>
            </p:nvSpPr>
            <p:spPr>
              <a:xfrm>
                <a:off x="12943800" y="6604560"/>
                <a:ext cx="60876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33" name="Google Shape;445;p11"/>
            <p:cNvGrpSpPr/>
            <p:nvPr/>
          </p:nvGrpSpPr>
          <p:grpSpPr>
            <a:xfrm>
              <a:off x="15233040" y="4875480"/>
              <a:ext cx="608760" cy="428400"/>
              <a:chOff x="15233040" y="4875480"/>
              <a:chExt cx="608760" cy="428400"/>
            </a:xfrm>
          </p:grpSpPr>
          <p:sp>
            <p:nvSpPr>
              <p:cNvPr id="434" name="Google Shape;446;p11"/>
              <p:cNvSpPr/>
              <p:nvPr/>
            </p:nvSpPr>
            <p:spPr>
              <a:xfrm>
                <a:off x="15233040" y="5003280"/>
                <a:ext cx="608760" cy="300600"/>
              </a:xfrm>
              <a:custGeom>
                <a:avLst/>
                <a:gdLst>
                  <a:gd name="textAreaLeft" fmla="*/ 0 w 608760"/>
                  <a:gd name="textAreaRight" fmla="*/ 609120 w 608760"/>
                  <a:gd name="textAreaTop" fmla="*/ 0 h 300600"/>
                  <a:gd name="textAreaBottom" fmla="*/ 300960 h 3006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35" name="Google Shape;447;p11"/>
              <p:cNvSpPr/>
              <p:nvPr/>
            </p:nvSpPr>
            <p:spPr>
              <a:xfrm>
                <a:off x="15233040" y="4875480"/>
                <a:ext cx="608760" cy="42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436" name="Google Shape;448;p11"/>
          <p:cNvGrpSpPr/>
          <p:nvPr/>
        </p:nvGrpSpPr>
        <p:grpSpPr>
          <a:xfrm>
            <a:off x="1028880" y="7529760"/>
            <a:ext cx="3184200" cy="1722960"/>
            <a:chOff x="1028880" y="7529760"/>
            <a:chExt cx="3184200" cy="1722960"/>
          </a:xfrm>
        </p:grpSpPr>
        <p:grpSp>
          <p:nvGrpSpPr>
            <p:cNvPr id="437" name="Google Shape;449;p11"/>
            <p:cNvGrpSpPr/>
            <p:nvPr/>
          </p:nvGrpSpPr>
          <p:grpSpPr>
            <a:xfrm>
              <a:off x="1029240" y="7529760"/>
              <a:ext cx="1739160" cy="342000"/>
              <a:chOff x="1029240" y="7529760"/>
              <a:chExt cx="1739160" cy="342000"/>
            </a:xfrm>
          </p:grpSpPr>
          <p:sp>
            <p:nvSpPr>
              <p:cNvPr id="438" name="Google Shape;450;p11"/>
              <p:cNvSpPr/>
              <p:nvPr/>
            </p:nvSpPr>
            <p:spPr>
              <a:xfrm rot="10800000">
                <a:off x="1029240" y="7529760"/>
                <a:ext cx="1739160" cy="240120"/>
              </a:xfrm>
              <a:custGeom>
                <a:avLst/>
                <a:gdLst>
                  <a:gd name="textAreaLeft" fmla="*/ 0 w 1739160"/>
                  <a:gd name="textAreaRight" fmla="*/ 1739520 w 173916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39" name="Google Shape;451;p11"/>
              <p:cNvSpPr/>
              <p:nvPr/>
            </p:nvSpPr>
            <p:spPr>
              <a:xfrm rot="10800000">
                <a:off x="1029240" y="7529760"/>
                <a:ext cx="173916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40" name="Google Shape;452;p11"/>
            <p:cNvGrpSpPr/>
            <p:nvPr/>
          </p:nvGrpSpPr>
          <p:grpSpPr>
            <a:xfrm>
              <a:off x="1028880" y="7989840"/>
              <a:ext cx="1962000" cy="342000"/>
              <a:chOff x="1028880" y="7989840"/>
              <a:chExt cx="1962000" cy="342000"/>
            </a:xfrm>
          </p:grpSpPr>
          <p:sp>
            <p:nvSpPr>
              <p:cNvPr id="441" name="Google Shape;453;p11"/>
              <p:cNvSpPr/>
              <p:nvPr/>
            </p:nvSpPr>
            <p:spPr>
              <a:xfrm rot="10800000">
                <a:off x="1028880" y="7989840"/>
                <a:ext cx="1962000" cy="240120"/>
              </a:xfrm>
              <a:custGeom>
                <a:avLst/>
                <a:gdLst>
                  <a:gd name="textAreaLeft" fmla="*/ 0 w 1962000"/>
                  <a:gd name="textAreaRight" fmla="*/ 1962360 w 196200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42" name="Google Shape;454;p11"/>
              <p:cNvSpPr/>
              <p:nvPr/>
            </p:nvSpPr>
            <p:spPr>
              <a:xfrm rot="10800000">
                <a:off x="1028880" y="7989840"/>
                <a:ext cx="196200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43" name="Google Shape;455;p11"/>
            <p:cNvGrpSpPr/>
            <p:nvPr/>
          </p:nvGrpSpPr>
          <p:grpSpPr>
            <a:xfrm>
              <a:off x="2454840" y="8910720"/>
              <a:ext cx="982440" cy="342000"/>
              <a:chOff x="2454840" y="8910720"/>
              <a:chExt cx="982440" cy="342000"/>
            </a:xfrm>
          </p:grpSpPr>
          <p:sp>
            <p:nvSpPr>
              <p:cNvPr id="444" name="Google Shape;456;p11"/>
              <p:cNvSpPr/>
              <p:nvPr/>
            </p:nvSpPr>
            <p:spPr>
              <a:xfrm rot="10800000">
                <a:off x="2454840" y="8910720"/>
                <a:ext cx="982440" cy="240120"/>
              </a:xfrm>
              <a:custGeom>
                <a:avLst/>
                <a:gdLst>
                  <a:gd name="textAreaLeft" fmla="*/ 0 w 982440"/>
                  <a:gd name="textAreaRight" fmla="*/ 982800 w 98244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45" name="Google Shape;457;p11"/>
              <p:cNvSpPr/>
              <p:nvPr/>
            </p:nvSpPr>
            <p:spPr>
              <a:xfrm rot="10800000">
                <a:off x="2454840" y="8910720"/>
                <a:ext cx="98244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46" name="Google Shape;458;p11"/>
            <p:cNvGrpSpPr/>
            <p:nvPr/>
          </p:nvGrpSpPr>
          <p:grpSpPr>
            <a:xfrm>
              <a:off x="1029240" y="8450280"/>
              <a:ext cx="1198440" cy="342000"/>
              <a:chOff x="1029240" y="8450280"/>
              <a:chExt cx="1198440" cy="342000"/>
            </a:xfrm>
          </p:grpSpPr>
          <p:sp>
            <p:nvSpPr>
              <p:cNvPr id="447" name="Google Shape;459;p11"/>
              <p:cNvSpPr/>
              <p:nvPr/>
            </p:nvSpPr>
            <p:spPr>
              <a:xfrm rot="10800000">
                <a:off x="1029240" y="8450280"/>
                <a:ext cx="1198440" cy="240120"/>
              </a:xfrm>
              <a:custGeom>
                <a:avLst/>
                <a:gdLst>
                  <a:gd name="textAreaLeft" fmla="*/ 0 w 1198440"/>
                  <a:gd name="textAreaRight" fmla="*/ 1198800 w 119844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48" name="Google Shape;460;p11"/>
              <p:cNvSpPr/>
              <p:nvPr/>
            </p:nvSpPr>
            <p:spPr>
              <a:xfrm rot="10800000">
                <a:off x="1029240" y="8450280"/>
                <a:ext cx="119844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49" name="Google Shape;461;p11"/>
            <p:cNvGrpSpPr/>
            <p:nvPr/>
          </p:nvGrpSpPr>
          <p:grpSpPr>
            <a:xfrm>
              <a:off x="1029240" y="8910720"/>
              <a:ext cx="797760" cy="342000"/>
              <a:chOff x="1029240" y="8910720"/>
              <a:chExt cx="797760" cy="342000"/>
            </a:xfrm>
          </p:grpSpPr>
          <p:sp>
            <p:nvSpPr>
              <p:cNvPr id="450" name="Google Shape;462;p11"/>
              <p:cNvSpPr/>
              <p:nvPr/>
            </p:nvSpPr>
            <p:spPr>
              <a:xfrm rot="10800000">
                <a:off x="1029240" y="8910720"/>
                <a:ext cx="797760" cy="240120"/>
              </a:xfrm>
              <a:custGeom>
                <a:avLst/>
                <a:gdLst>
                  <a:gd name="textAreaLeft" fmla="*/ 0 w 797760"/>
                  <a:gd name="textAreaRight" fmla="*/ 798120 w 79776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51" name="Google Shape;463;p11"/>
              <p:cNvSpPr/>
              <p:nvPr/>
            </p:nvSpPr>
            <p:spPr>
              <a:xfrm rot="10800000">
                <a:off x="1029240" y="8910720"/>
                <a:ext cx="79776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52" name="Google Shape;464;p11"/>
            <p:cNvGrpSpPr/>
            <p:nvPr/>
          </p:nvGrpSpPr>
          <p:grpSpPr>
            <a:xfrm>
              <a:off x="3077640" y="7989840"/>
              <a:ext cx="797760" cy="342000"/>
              <a:chOff x="3077640" y="7989840"/>
              <a:chExt cx="797760" cy="342000"/>
            </a:xfrm>
          </p:grpSpPr>
          <p:sp>
            <p:nvSpPr>
              <p:cNvPr id="453" name="Google Shape;465;p11"/>
              <p:cNvSpPr/>
              <p:nvPr/>
            </p:nvSpPr>
            <p:spPr>
              <a:xfrm rot="10800000">
                <a:off x="3077640" y="7989840"/>
                <a:ext cx="797760" cy="240120"/>
              </a:xfrm>
              <a:custGeom>
                <a:avLst/>
                <a:gdLst>
                  <a:gd name="textAreaLeft" fmla="*/ 0 w 797760"/>
                  <a:gd name="textAreaRight" fmla="*/ 798120 w 79776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4" name="Google Shape;466;p11"/>
              <p:cNvSpPr/>
              <p:nvPr/>
            </p:nvSpPr>
            <p:spPr>
              <a:xfrm rot="10800000">
                <a:off x="3077640" y="7989840"/>
                <a:ext cx="79776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55" name="Google Shape;467;p11"/>
            <p:cNvGrpSpPr/>
            <p:nvPr/>
          </p:nvGrpSpPr>
          <p:grpSpPr>
            <a:xfrm>
              <a:off x="2848680" y="7529760"/>
              <a:ext cx="797760" cy="342000"/>
              <a:chOff x="2848680" y="7529760"/>
              <a:chExt cx="797760" cy="342000"/>
            </a:xfrm>
          </p:grpSpPr>
          <p:sp>
            <p:nvSpPr>
              <p:cNvPr id="456" name="Google Shape;468;p11"/>
              <p:cNvSpPr/>
              <p:nvPr/>
            </p:nvSpPr>
            <p:spPr>
              <a:xfrm rot="10800000">
                <a:off x="2848680" y="7529760"/>
                <a:ext cx="797760" cy="240120"/>
              </a:xfrm>
              <a:custGeom>
                <a:avLst/>
                <a:gdLst>
                  <a:gd name="textAreaLeft" fmla="*/ 0 w 797760"/>
                  <a:gd name="textAreaRight" fmla="*/ 798120 w 79776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57" name="Google Shape;469;p11"/>
              <p:cNvSpPr/>
              <p:nvPr/>
            </p:nvSpPr>
            <p:spPr>
              <a:xfrm rot="10800000">
                <a:off x="2848680" y="7529760"/>
                <a:ext cx="79776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58" name="Google Shape;470;p11"/>
            <p:cNvGrpSpPr/>
            <p:nvPr/>
          </p:nvGrpSpPr>
          <p:grpSpPr>
            <a:xfrm>
              <a:off x="2282400" y="8450280"/>
              <a:ext cx="486000" cy="342000"/>
              <a:chOff x="2282400" y="8450280"/>
              <a:chExt cx="486000" cy="342000"/>
            </a:xfrm>
          </p:grpSpPr>
          <p:sp>
            <p:nvSpPr>
              <p:cNvPr id="459" name="Google Shape;471;p11"/>
              <p:cNvSpPr/>
              <p:nvPr/>
            </p:nvSpPr>
            <p:spPr>
              <a:xfrm rot="10800000">
                <a:off x="2282400" y="8450280"/>
                <a:ext cx="486000" cy="24012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0" name="Google Shape;472;p11"/>
              <p:cNvSpPr/>
              <p:nvPr/>
            </p:nvSpPr>
            <p:spPr>
              <a:xfrm rot="10800000">
                <a:off x="2282400" y="8450280"/>
                <a:ext cx="48600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61" name="Google Shape;473;p11"/>
            <p:cNvGrpSpPr/>
            <p:nvPr/>
          </p:nvGrpSpPr>
          <p:grpSpPr>
            <a:xfrm>
              <a:off x="3727080" y="7529760"/>
              <a:ext cx="486000" cy="342000"/>
              <a:chOff x="3727080" y="7529760"/>
              <a:chExt cx="486000" cy="342000"/>
            </a:xfrm>
          </p:grpSpPr>
          <p:sp>
            <p:nvSpPr>
              <p:cNvPr id="462" name="Google Shape;474;p11"/>
              <p:cNvSpPr/>
              <p:nvPr/>
            </p:nvSpPr>
            <p:spPr>
              <a:xfrm rot="10800000">
                <a:off x="3727080" y="7529760"/>
                <a:ext cx="486000" cy="24012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63" name="Google Shape;475;p11"/>
              <p:cNvSpPr/>
              <p:nvPr/>
            </p:nvSpPr>
            <p:spPr>
              <a:xfrm rot="10800000">
                <a:off x="3727080" y="7529760"/>
                <a:ext cx="48600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64" name="Google Shape;476;p11"/>
            <p:cNvGrpSpPr/>
            <p:nvPr/>
          </p:nvGrpSpPr>
          <p:grpSpPr>
            <a:xfrm>
              <a:off x="1899000" y="8910720"/>
              <a:ext cx="486000" cy="342000"/>
              <a:chOff x="1899000" y="8910720"/>
              <a:chExt cx="486000" cy="342000"/>
            </a:xfrm>
          </p:grpSpPr>
          <p:sp>
            <p:nvSpPr>
              <p:cNvPr id="465" name="Google Shape;477;p11"/>
              <p:cNvSpPr/>
              <p:nvPr/>
            </p:nvSpPr>
            <p:spPr>
              <a:xfrm rot="10800000">
                <a:off x="1899000" y="8910720"/>
                <a:ext cx="486000" cy="240120"/>
              </a:xfrm>
              <a:custGeom>
                <a:avLst/>
                <a:gdLst>
                  <a:gd name="textAreaLeft" fmla="*/ 0 w 486000"/>
                  <a:gd name="textAreaRight" fmla="*/ 486360 w 486000"/>
                  <a:gd name="textAreaTop" fmla="*/ 0 h 240120"/>
                  <a:gd name="textAreaBottom" fmla="*/ 240480 h 24012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66" name="Google Shape;478;p11"/>
              <p:cNvSpPr/>
              <p:nvPr/>
            </p:nvSpPr>
            <p:spPr>
              <a:xfrm rot="10800000">
                <a:off x="1899000" y="8910720"/>
                <a:ext cx="486000" cy="342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467" name="Google Shape;479;p11"/>
          <p:cNvSpPr/>
          <p:nvPr/>
        </p:nvSpPr>
        <p:spPr>
          <a:xfrm>
            <a:off x="1028880" y="1404000"/>
            <a:ext cx="16879680" cy="25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7000" spc="-1" strike="noStrike">
                <a:solidFill>
                  <a:srgbClr val="5983b0"/>
                </a:solidFill>
                <a:latin typeface="Courier New"/>
                <a:ea typeface="Courier New"/>
              </a:rPr>
              <a:t>Def</a:t>
            </a:r>
            <a:r>
              <a:rPr b="0" lang="en-US" sz="70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7000" spc="-1" strike="noStrike">
                <a:solidFill>
                  <a:srgbClr val="ffe994"/>
                </a:solidFill>
                <a:latin typeface="Courier New"/>
                <a:ea typeface="Courier New"/>
              </a:rPr>
              <a:t>BOT_LOGÍSTICO_DE_ALERTAS</a:t>
            </a:r>
            <a:r>
              <a:rPr b="0" lang="en-US" sz="7000" spc="-1" strike="noStrike">
                <a:solidFill>
                  <a:srgbClr val="ffde59"/>
                </a:solidFill>
                <a:latin typeface="Courier New"/>
                <a:ea typeface="Courier New"/>
              </a:rPr>
              <a:t>()</a:t>
            </a:r>
            <a:r>
              <a:rPr b="0" lang="en-US" sz="70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7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7000" spc="-1" strike="noStrike">
                <a:solidFill>
                  <a:srgbClr val="ff66c4"/>
                </a:solidFill>
                <a:latin typeface="Courier New"/>
                <a:ea typeface="Courier New"/>
              </a:rPr>
              <a:t>	</a:t>
            </a:r>
            <a:r>
              <a:rPr b="0" lang="en-US" sz="7000" spc="-1" strike="noStrike">
                <a:solidFill>
                  <a:srgbClr val="ff66c4"/>
                </a:solidFill>
                <a:latin typeface="Courier New"/>
                <a:ea typeface="Courier New"/>
              </a:rPr>
              <a:t>with</a:t>
            </a:r>
            <a:r>
              <a:rPr b="0" lang="en-US" sz="70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7000" spc="-1" strike="noStrike">
                <a:solidFill>
                  <a:srgbClr val="c1ff72"/>
                </a:solidFill>
                <a:latin typeface="Courier New"/>
                <a:ea typeface="Courier New"/>
              </a:rPr>
              <a:t>Python</a:t>
            </a:r>
            <a:r>
              <a:rPr b="0" lang="en-US" sz="70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7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84;p12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469" name="Google Shape;485;p12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470" name="Google Shape;486;p12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71" name="Google Shape;487;p12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72" name="Google Shape;488;p12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473" name="Google Shape;489;p12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74" name="Google Shape;490;p12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475" name="Google Shape;491;p12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476" name="Google Shape;492;p12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477" name="Google Shape;493;p12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478" name="Google Shape;494;p12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79" name="Google Shape;495;p12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480" name="Google Shape;496;p12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1" name="Google Shape;497;p12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482" name="Google Shape;498;p12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483" name="Google Shape;499;p12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484" name="Google Shape;500;p12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485" name="Google Shape;501;p12"/>
          <p:cNvSpPr/>
          <p:nvPr/>
        </p:nvSpPr>
        <p:spPr>
          <a:xfrm>
            <a:off x="7066440" y="5759280"/>
            <a:ext cx="459216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158466"/>
                </a:solidFill>
                <a:latin typeface="Courier New"/>
                <a:ea typeface="Courier New"/>
              </a:rPr>
              <a:t>CLASES</a:t>
            </a:r>
            <a:endParaRPr b="0" lang="en-US" sz="4800" spc="-1" strike="noStrike">
              <a:solidFill>
                <a:srgbClr val="158466"/>
              </a:solidFill>
              <a:latin typeface="Arial"/>
            </a:endParaRPr>
          </a:p>
        </p:txBody>
      </p:sp>
      <p:sp>
        <p:nvSpPr>
          <p:cNvPr id="486" name="Google Shape;503;p12"/>
          <p:cNvSpPr/>
          <p:nvPr/>
        </p:nvSpPr>
        <p:spPr>
          <a:xfrm>
            <a:off x="1078560" y="5759280"/>
            <a:ext cx="438912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a1467e"/>
                </a:solidFill>
                <a:latin typeface="Courier New"/>
                <a:ea typeface="Courier New"/>
              </a:rPr>
              <a:t>LIBRERIAS</a:t>
            </a:r>
            <a:endParaRPr b="0" lang="en-US" sz="4800" spc="-1" strike="noStrike">
              <a:solidFill>
                <a:srgbClr val="a1467e"/>
              </a:solidFill>
              <a:latin typeface="Arial"/>
            </a:endParaRPr>
          </a:p>
        </p:txBody>
      </p:sp>
      <p:sp>
        <p:nvSpPr>
          <p:cNvPr id="487" name="Google Shape;505;p12"/>
          <p:cNvSpPr/>
          <p:nvPr/>
        </p:nvSpPr>
        <p:spPr>
          <a:xfrm>
            <a:off x="12344400" y="5715000"/>
            <a:ext cx="3429000" cy="8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ffe994"/>
                </a:solidFill>
                <a:latin typeface="Courier New"/>
                <a:ea typeface="Courier New"/>
              </a:rPr>
              <a:t>FUNCIONES</a:t>
            </a:r>
            <a:endParaRPr b="0" lang="en-US" sz="4800" spc="-1" strike="noStrike">
              <a:solidFill>
                <a:srgbClr val="ffe994"/>
              </a:solidFill>
              <a:latin typeface="Arial"/>
            </a:endParaRPr>
          </a:p>
        </p:txBody>
      </p:sp>
      <p:sp>
        <p:nvSpPr>
          <p:cNvPr id="488" name="Google Shape;507;p12"/>
          <p:cNvSpPr/>
          <p:nvPr/>
        </p:nvSpPr>
        <p:spPr>
          <a:xfrm>
            <a:off x="1028880" y="1199520"/>
            <a:ext cx="14151240" cy="17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500" spc="-1" strike="noStrike">
                <a:solidFill>
                  <a:srgbClr val="ffffff"/>
                </a:solidFill>
                <a:latin typeface="Courier New"/>
                <a:ea typeface="Courier New"/>
              </a:rPr>
              <a:t>PARTES DEL PROYECTO</a:t>
            </a:r>
            <a:endParaRPr b="0" lang="en-US" sz="95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89" name="Google Shape;508;p12"/>
          <p:cNvGrpSpPr/>
          <p:nvPr/>
        </p:nvGrpSpPr>
        <p:grpSpPr>
          <a:xfrm>
            <a:off x="1028880" y="3601440"/>
            <a:ext cx="2633400" cy="1663200"/>
            <a:chOff x="1028880" y="3601440"/>
            <a:chExt cx="2633400" cy="1663200"/>
          </a:xfrm>
        </p:grpSpPr>
        <p:sp>
          <p:nvSpPr>
            <p:cNvPr id="490" name="Google Shape;509;p12"/>
            <p:cNvSpPr/>
            <p:nvPr/>
          </p:nvSpPr>
          <p:spPr>
            <a:xfrm>
              <a:off x="1028880" y="3768480"/>
              <a:ext cx="2633400" cy="1496160"/>
            </a:xfrm>
            <a:custGeom>
              <a:avLst/>
              <a:gdLst>
                <a:gd name="textAreaLeft" fmla="*/ 0 w 2633400"/>
                <a:gd name="textAreaRight" fmla="*/ 2633760 w 263340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751045" h="42674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ff66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1" name="Google Shape;510;p12"/>
            <p:cNvSpPr/>
            <p:nvPr/>
          </p:nvSpPr>
          <p:spPr>
            <a:xfrm>
              <a:off x="1028880" y="3601440"/>
              <a:ext cx="263340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2" name="Google Shape;511;p12"/>
          <p:cNvGrpSpPr/>
          <p:nvPr/>
        </p:nvGrpSpPr>
        <p:grpSpPr>
          <a:xfrm>
            <a:off x="6747120" y="3601440"/>
            <a:ext cx="2633400" cy="1663200"/>
            <a:chOff x="6747120" y="3601440"/>
            <a:chExt cx="2633400" cy="1663200"/>
          </a:xfrm>
        </p:grpSpPr>
        <p:sp>
          <p:nvSpPr>
            <p:cNvPr id="493" name="Google Shape;512;p12"/>
            <p:cNvSpPr/>
            <p:nvPr/>
          </p:nvSpPr>
          <p:spPr>
            <a:xfrm>
              <a:off x="6747120" y="3768480"/>
              <a:ext cx="2633400" cy="1496160"/>
            </a:xfrm>
            <a:custGeom>
              <a:avLst/>
              <a:gdLst>
                <a:gd name="textAreaLeft" fmla="*/ 0 w 2633400"/>
                <a:gd name="textAreaRight" fmla="*/ 2633760 w 263340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751045" h="42674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8c52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4" name="Google Shape;513;p12"/>
            <p:cNvSpPr/>
            <p:nvPr/>
          </p:nvSpPr>
          <p:spPr>
            <a:xfrm>
              <a:off x="6747120" y="3601440"/>
              <a:ext cx="263340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5" name="Google Shape;514;p12"/>
          <p:cNvGrpSpPr/>
          <p:nvPr/>
        </p:nvGrpSpPr>
        <p:grpSpPr>
          <a:xfrm>
            <a:off x="1109160" y="3845880"/>
            <a:ext cx="2633400" cy="1663200"/>
            <a:chOff x="1109160" y="3845880"/>
            <a:chExt cx="2633400" cy="1663200"/>
          </a:xfrm>
        </p:grpSpPr>
        <p:sp>
          <p:nvSpPr>
            <p:cNvPr id="496" name="Google Shape;515;p12"/>
            <p:cNvSpPr/>
            <p:nvPr/>
          </p:nvSpPr>
          <p:spPr>
            <a:xfrm>
              <a:off x="1109160" y="4012920"/>
              <a:ext cx="2633400" cy="1496160"/>
            </a:xfrm>
            <a:custGeom>
              <a:avLst/>
              <a:gdLst>
                <a:gd name="textAreaLeft" fmla="*/ 0 w 2633400"/>
                <a:gd name="textAreaRight" fmla="*/ 2633760 w 263340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751045" h="42674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7" name="Google Shape;516;p12"/>
            <p:cNvSpPr/>
            <p:nvPr/>
          </p:nvSpPr>
          <p:spPr>
            <a:xfrm>
              <a:off x="1109160" y="3845880"/>
              <a:ext cx="263340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8" name="Google Shape;517;p12"/>
          <p:cNvGrpSpPr/>
          <p:nvPr/>
        </p:nvGrpSpPr>
        <p:grpSpPr>
          <a:xfrm>
            <a:off x="6827760" y="3845880"/>
            <a:ext cx="2633400" cy="1663200"/>
            <a:chOff x="6827760" y="3845880"/>
            <a:chExt cx="2633400" cy="1663200"/>
          </a:xfrm>
        </p:grpSpPr>
        <p:sp>
          <p:nvSpPr>
            <p:cNvPr id="499" name="Google Shape;518;p12"/>
            <p:cNvSpPr/>
            <p:nvPr/>
          </p:nvSpPr>
          <p:spPr>
            <a:xfrm>
              <a:off x="6827760" y="4012920"/>
              <a:ext cx="2633400" cy="1496160"/>
            </a:xfrm>
            <a:custGeom>
              <a:avLst/>
              <a:gdLst>
                <a:gd name="textAreaLeft" fmla="*/ 0 w 2633400"/>
                <a:gd name="textAreaRight" fmla="*/ 2633760 w 263340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751045" h="42674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0" name="Google Shape;519;p12"/>
            <p:cNvSpPr/>
            <p:nvPr/>
          </p:nvSpPr>
          <p:spPr>
            <a:xfrm>
              <a:off x="6827760" y="3845880"/>
              <a:ext cx="263340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01" name="Google Shape;520;p12"/>
          <p:cNvSpPr/>
          <p:nvPr/>
        </p:nvSpPr>
        <p:spPr>
          <a:xfrm>
            <a:off x="1559520" y="3709080"/>
            <a:ext cx="1732680" cy="179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pc="-1" strike="noStrike">
                <a:solidFill>
                  <a:srgbClr val="ffffff"/>
                </a:solidFill>
                <a:latin typeface="Courier New"/>
                <a:ea typeface="Courier New"/>
              </a:rPr>
              <a:t>01</a:t>
            </a:r>
            <a:endParaRPr b="0" lang="en-US" sz="9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Google Shape;521;p12"/>
          <p:cNvSpPr/>
          <p:nvPr/>
        </p:nvSpPr>
        <p:spPr>
          <a:xfrm>
            <a:off x="7278120" y="3742920"/>
            <a:ext cx="1732680" cy="179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pc="-1" strike="noStrike">
                <a:solidFill>
                  <a:srgbClr val="ffffff"/>
                </a:solidFill>
                <a:latin typeface="Courier New"/>
                <a:ea typeface="Courier New"/>
              </a:rPr>
              <a:t>02</a:t>
            </a:r>
            <a:endParaRPr b="0" lang="en-US" sz="992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03" name="Google Shape;522;p12"/>
          <p:cNvGrpSpPr/>
          <p:nvPr/>
        </p:nvGrpSpPr>
        <p:grpSpPr>
          <a:xfrm>
            <a:off x="12465720" y="3601440"/>
            <a:ext cx="2633400" cy="1663200"/>
            <a:chOff x="12465720" y="3601440"/>
            <a:chExt cx="2633400" cy="1663200"/>
          </a:xfrm>
        </p:grpSpPr>
        <p:sp>
          <p:nvSpPr>
            <p:cNvPr id="504" name="Google Shape;523;p12"/>
            <p:cNvSpPr/>
            <p:nvPr/>
          </p:nvSpPr>
          <p:spPr>
            <a:xfrm>
              <a:off x="12465720" y="3768480"/>
              <a:ext cx="2633400" cy="1496160"/>
            </a:xfrm>
            <a:custGeom>
              <a:avLst/>
              <a:gdLst>
                <a:gd name="textAreaLeft" fmla="*/ 0 w 2633400"/>
                <a:gd name="textAreaRight" fmla="*/ 2633760 w 263340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751045" h="42674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7ed95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5" name="Google Shape;524;p12"/>
            <p:cNvSpPr/>
            <p:nvPr/>
          </p:nvSpPr>
          <p:spPr>
            <a:xfrm>
              <a:off x="12465720" y="3601440"/>
              <a:ext cx="263340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06" name="Google Shape;525;p12"/>
          <p:cNvGrpSpPr/>
          <p:nvPr/>
        </p:nvGrpSpPr>
        <p:grpSpPr>
          <a:xfrm>
            <a:off x="12546360" y="3881880"/>
            <a:ext cx="2633400" cy="1663200"/>
            <a:chOff x="12546360" y="3881880"/>
            <a:chExt cx="2633400" cy="1663200"/>
          </a:xfrm>
        </p:grpSpPr>
        <p:sp>
          <p:nvSpPr>
            <p:cNvPr id="507" name="Google Shape;526;p12"/>
            <p:cNvSpPr/>
            <p:nvPr/>
          </p:nvSpPr>
          <p:spPr>
            <a:xfrm>
              <a:off x="12546360" y="4048920"/>
              <a:ext cx="2633400" cy="1496160"/>
            </a:xfrm>
            <a:custGeom>
              <a:avLst/>
              <a:gdLst>
                <a:gd name="textAreaLeft" fmla="*/ 0 w 2633400"/>
                <a:gd name="textAreaRight" fmla="*/ 2633760 w 263340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751045" h="42674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8" name="Google Shape;527;p12"/>
            <p:cNvSpPr/>
            <p:nvPr/>
          </p:nvSpPr>
          <p:spPr>
            <a:xfrm>
              <a:off x="12546360" y="3881880"/>
              <a:ext cx="263340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09" name="Google Shape;528;p12"/>
          <p:cNvSpPr/>
          <p:nvPr/>
        </p:nvSpPr>
        <p:spPr>
          <a:xfrm>
            <a:off x="13081320" y="3670920"/>
            <a:ext cx="1732680" cy="179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9920" spc="-1" strike="noStrike">
                <a:solidFill>
                  <a:srgbClr val="ffffff"/>
                </a:solidFill>
                <a:latin typeface="Courier New"/>
                <a:ea typeface="Courier New"/>
              </a:rPr>
              <a:t>03</a:t>
            </a:r>
            <a:endParaRPr b="0" lang="en-US" sz="992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10" name="Google Shape;529;p12"/>
          <p:cNvGrpSpPr/>
          <p:nvPr/>
        </p:nvGrpSpPr>
        <p:grpSpPr>
          <a:xfrm>
            <a:off x="14814000" y="1449360"/>
            <a:ext cx="2670840" cy="1445040"/>
            <a:chOff x="14814000" y="1449360"/>
            <a:chExt cx="2670840" cy="1445040"/>
          </a:xfrm>
        </p:grpSpPr>
        <p:grpSp>
          <p:nvGrpSpPr>
            <p:cNvPr id="511" name="Google Shape;530;p12"/>
            <p:cNvGrpSpPr/>
            <p:nvPr/>
          </p:nvGrpSpPr>
          <p:grpSpPr>
            <a:xfrm>
              <a:off x="16026120" y="2607840"/>
              <a:ext cx="1458720" cy="286560"/>
              <a:chOff x="16026120" y="2607840"/>
              <a:chExt cx="1458720" cy="286560"/>
            </a:xfrm>
          </p:grpSpPr>
          <p:sp>
            <p:nvSpPr>
              <p:cNvPr id="512" name="Google Shape;531;p12"/>
              <p:cNvSpPr/>
              <p:nvPr/>
            </p:nvSpPr>
            <p:spPr>
              <a:xfrm>
                <a:off x="16026120" y="2693160"/>
                <a:ext cx="1458720" cy="201240"/>
              </a:xfrm>
              <a:custGeom>
                <a:avLst/>
                <a:gdLst>
                  <a:gd name="textAreaLeft" fmla="*/ 0 w 1458720"/>
                  <a:gd name="textAreaRight" fmla="*/ 1459080 w 14587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13" name="Google Shape;532;p12"/>
              <p:cNvSpPr/>
              <p:nvPr/>
            </p:nvSpPr>
            <p:spPr>
              <a:xfrm>
                <a:off x="16026120" y="2607840"/>
                <a:ext cx="14587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14" name="Google Shape;533;p12"/>
            <p:cNvGrpSpPr/>
            <p:nvPr/>
          </p:nvGrpSpPr>
          <p:grpSpPr>
            <a:xfrm>
              <a:off x="15839280" y="2221920"/>
              <a:ext cx="1645560" cy="286560"/>
              <a:chOff x="15839280" y="2221920"/>
              <a:chExt cx="1645560" cy="286560"/>
            </a:xfrm>
          </p:grpSpPr>
          <p:sp>
            <p:nvSpPr>
              <p:cNvPr id="515" name="Google Shape;534;p12"/>
              <p:cNvSpPr/>
              <p:nvPr/>
            </p:nvSpPr>
            <p:spPr>
              <a:xfrm>
                <a:off x="15839280" y="2307240"/>
                <a:ext cx="1645560" cy="201240"/>
              </a:xfrm>
              <a:custGeom>
                <a:avLst/>
                <a:gdLst>
                  <a:gd name="textAreaLeft" fmla="*/ 0 w 1645560"/>
                  <a:gd name="textAreaRight" fmla="*/ 1645920 w 164556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16" name="Google Shape;535;p12"/>
              <p:cNvSpPr/>
              <p:nvPr/>
            </p:nvSpPr>
            <p:spPr>
              <a:xfrm>
                <a:off x="15839280" y="2221920"/>
                <a:ext cx="164556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17" name="Google Shape;536;p12"/>
            <p:cNvGrpSpPr/>
            <p:nvPr/>
          </p:nvGrpSpPr>
          <p:grpSpPr>
            <a:xfrm>
              <a:off x="15464880" y="1449360"/>
              <a:ext cx="823680" cy="286920"/>
              <a:chOff x="15464880" y="1449360"/>
              <a:chExt cx="823680" cy="286920"/>
            </a:xfrm>
          </p:grpSpPr>
          <p:sp>
            <p:nvSpPr>
              <p:cNvPr id="518" name="Google Shape;537;p12"/>
              <p:cNvSpPr/>
              <p:nvPr/>
            </p:nvSpPr>
            <p:spPr>
              <a:xfrm>
                <a:off x="15464880" y="1535040"/>
                <a:ext cx="823680" cy="201240"/>
              </a:xfrm>
              <a:custGeom>
                <a:avLst/>
                <a:gdLst>
                  <a:gd name="textAreaLeft" fmla="*/ 0 w 823680"/>
                  <a:gd name="textAreaRight" fmla="*/ 824040 w 8236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19" name="Google Shape;538;p12"/>
              <p:cNvSpPr/>
              <p:nvPr/>
            </p:nvSpPr>
            <p:spPr>
              <a:xfrm>
                <a:off x="15464880" y="1449360"/>
                <a:ext cx="8236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20" name="Google Shape;539;p12"/>
            <p:cNvGrpSpPr/>
            <p:nvPr/>
          </p:nvGrpSpPr>
          <p:grpSpPr>
            <a:xfrm>
              <a:off x="16479360" y="1835640"/>
              <a:ext cx="1005120" cy="286560"/>
              <a:chOff x="16479360" y="1835640"/>
              <a:chExt cx="1005120" cy="286560"/>
            </a:xfrm>
          </p:grpSpPr>
          <p:sp>
            <p:nvSpPr>
              <p:cNvPr id="521" name="Google Shape;540;p12"/>
              <p:cNvSpPr/>
              <p:nvPr/>
            </p:nvSpPr>
            <p:spPr>
              <a:xfrm>
                <a:off x="16479360" y="1920960"/>
                <a:ext cx="1005120" cy="201240"/>
              </a:xfrm>
              <a:custGeom>
                <a:avLst/>
                <a:gdLst>
                  <a:gd name="textAreaLeft" fmla="*/ 0 w 1005120"/>
                  <a:gd name="textAreaRight" fmla="*/ 1005480 w 10051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22" name="Google Shape;541;p12"/>
              <p:cNvSpPr/>
              <p:nvPr/>
            </p:nvSpPr>
            <p:spPr>
              <a:xfrm>
                <a:off x="16479360" y="1835640"/>
                <a:ext cx="10051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23" name="Google Shape;542;p12"/>
            <p:cNvGrpSpPr/>
            <p:nvPr/>
          </p:nvGrpSpPr>
          <p:grpSpPr>
            <a:xfrm>
              <a:off x="16815600" y="1449360"/>
              <a:ext cx="668880" cy="286920"/>
              <a:chOff x="16815600" y="1449360"/>
              <a:chExt cx="668880" cy="286920"/>
            </a:xfrm>
          </p:grpSpPr>
          <p:sp>
            <p:nvSpPr>
              <p:cNvPr id="524" name="Google Shape;543;p12"/>
              <p:cNvSpPr/>
              <p:nvPr/>
            </p:nvSpPr>
            <p:spPr>
              <a:xfrm>
                <a:off x="16815600" y="153504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25" name="Google Shape;544;p12"/>
              <p:cNvSpPr/>
              <p:nvPr/>
            </p:nvSpPr>
            <p:spPr>
              <a:xfrm>
                <a:off x="16815600" y="144936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26" name="Google Shape;545;p12"/>
            <p:cNvGrpSpPr/>
            <p:nvPr/>
          </p:nvGrpSpPr>
          <p:grpSpPr>
            <a:xfrm>
              <a:off x="15097680" y="2221920"/>
              <a:ext cx="668880" cy="286560"/>
              <a:chOff x="15097680" y="2221920"/>
              <a:chExt cx="668880" cy="286560"/>
            </a:xfrm>
          </p:grpSpPr>
          <p:sp>
            <p:nvSpPr>
              <p:cNvPr id="527" name="Google Shape;546;p12"/>
              <p:cNvSpPr/>
              <p:nvPr/>
            </p:nvSpPr>
            <p:spPr>
              <a:xfrm>
                <a:off x="15097680" y="230724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28" name="Google Shape;547;p12"/>
              <p:cNvSpPr/>
              <p:nvPr/>
            </p:nvSpPr>
            <p:spPr>
              <a:xfrm>
                <a:off x="15097680" y="222192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29" name="Google Shape;548;p12"/>
            <p:cNvGrpSpPr/>
            <p:nvPr/>
          </p:nvGrpSpPr>
          <p:grpSpPr>
            <a:xfrm>
              <a:off x="15289560" y="2607840"/>
              <a:ext cx="668880" cy="286560"/>
              <a:chOff x="15289560" y="2607840"/>
              <a:chExt cx="668880" cy="286560"/>
            </a:xfrm>
          </p:grpSpPr>
          <p:sp>
            <p:nvSpPr>
              <p:cNvPr id="530" name="Google Shape;549;p12"/>
              <p:cNvSpPr/>
              <p:nvPr/>
            </p:nvSpPr>
            <p:spPr>
              <a:xfrm>
                <a:off x="15289560" y="2693160"/>
                <a:ext cx="668880" cy="201240"/>
              </a:xfrm>
              <a:custGeom>
                <a:avLst/>
                <a:gdLst>
                  <a:gd name="textAreaLeft" fmla="*/ 0 w 668880"/>
                  <a:gd name="textAreaRight" fmla="*/ 669240 w 66888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1" name="Google Shape;550;p12"/>
              <p:cNvSpPr/>
              <p:nvPr/>
            </p:nvSpPr>
            <p:spPr>
              <a:xfrm>
                <a:off x="15289560" y="2607840"/>
                <a:ext cx="66888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32" name="Google Shape;551;p12"/>
            <p:cNvGrpSpPr/>
            <p:nvPr/>
          </p:nvGrpSpPr>
          <p:grpSpPr>
            <a:xfrm>
              <a:off x="16026120" y="1835640"/>
              <a:ext cx="407520" cy="286560"/>
              <a:chOff x="16026120" y="1835640"/>
              <a:chExt cx="407520" cy="286560"/>
            </a:xfrm>
          </p:grpSpPr>
          <p:sp>
            <p:nvSpPr>
              <p:cNvPr id="533" name="Google Shape;552;p12"/>
              <p:cNvSpPr/>
              <p:nvPr/>
            </p:nvSpPr>
            <p:spPr>
              <a:xfrm>
                <a:off x="16026120" y="192096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34" name="Google Shape;553;p12"/>
              <p:cNvSpPr/>
              <p:nvPr/>
            </p:nvSpPr>
            <p:spPr>
              <a:xfrm>
                <a:off x="16026120" y="1835640"/>
                <a:ext cx="4075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35" name="Google Shape;554;p12"/>
            <p:cNvGrpSpPr/>
            <p:nvPr/>
          </p:nvGrpSpPr>
          <p:grpSpPr>
            <a:xfrm>
              <a:off x="14814000" y="2607840"/>
              <a:ext cx="407520" cy="286560"/>
              <a:chOff x="14814000" y="2607840"/>
              <a:chExt cx="407520" cy="286560"/>
            </a:xfrm>
          </p:grpSpPr>
          <p:sp>
            <p:nvSpPr>
              <p:cNvPr id="536" name="Google Shape;555;p12"/>
              <p:cNvSpPr/>
              <p:nvPr/>
            </p:nvSpPr>
            <p:spPr>
              <a:xfrm>
                <a:off x="14814000" y="269316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37" name="Google Shape;556;p12"/>
              <p:cNvSpPr/>
              <p:nvPr/>
            </p:nvSpPr>
            <p:spPr>
              <a:xfrm>
                <a:off x="14814000" y="2607840"/>
                <a:ext cx="4075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38" name="Google Shape;557;p12"/>
            <p:cNvGrpSpPr/>
            <p:nvPr/>
          </p:nvGrpSpPr>
          <p:grpSpPr>
            <a:xfrm>
              <a:off x="16347600" y="1449360"/>
              <a:ext cx="407520" cy="286920"/>
              <a:chOff x="16347600" y="1449360"/>
              <a:chExt cx="407520" cy="286920"/>
            </a:xfrm>
          </p:grpSpPr>
          <p:sp>
            <p:nvSpPr>
              <p:cNvPr id="539" name="Google Shape;558;p12"/>
              <p:cNvSpPr/>
              <p:nvPr/>
            </p:nvSpPr>
            <p:spPr>
              <a:xfrm>
                <a:off x="16347600" y="1535040"/>
                <a:ext cx="407520" cy="201240"/>
              </a:xfrm>
              <a:custGeom>
                <a:avLst/>
                <a:gdLst>
                  <a:gd name="textAreaLeft" fmla="*/ 0 w 407520"/>
                  <a:gd name="textAreaRight" fmla="*/ 407880 w 407520"/>
                  <a:gd name="textAreaTop" fmla="*/ 0 h 201240"/>
                  <a:gd name="textAreaBottom" fmla="*/ 201600 h 2012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40" name="Google Shape;559;p12"/>
              <p:cNvSpPr/>
              <p:nvPr/>
            </p:nvSpPr>
            <p:spPr>
              <a:xfrm>
                <a:off x="16347600" y="1449360"/>
                <a:ext cx="407520" cy="286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64;p13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542" name="Google Shape;565;p13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543" name="Google Shape;566;p13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44" name="Google Shape;567;p13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45" name="Google Shape;568;p13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546" name="Google Shape;569;p13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47" name="Google Shape;570;p13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548" name="Google Shape;571;p13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549" name="Google Shape;572;p13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550" name="Google Shape;573;p13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51" name="Google Shape;574;p13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52" name="Google Shape;575;p13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553" name="Google Shape;576;p13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4" name="Google Shape;577;p13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55" name="Google Shape;578;p13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556" name="Google Shape;579;p13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57" name="Google Shape;580;p13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558" name="Google Shape;582;p13"/>
          <p:cNvGrpSpPr/>
          <p:nvPr/>
        </p:nvGrpSpPr>
        <p:grpSpPr>
          <a:xfrm>
            <a:off x="1028880" y="1497600"/>
            <a:ext cx="9205920" cy="1663200"/>
            <a:chOff x="1028880" y="1497600"/>
            <a:chExt cx="9205920" cy="1663200"/>
          </a:xfrm>
        </p:grpSpPr>
        <p:sp>
          <p:nvSpPr>
            <p:cNvPr id="559" name="Google Shape;583;p13"/>
            <p:cNvSpPr/>
            <p:nvPr/>
          </p:nvSpPr>
          <p:spPr>
            <a:xfrm>
              <a:off x="1028880" y="1664640"/>
              <a:ext cx="9205920" cy="1496160"/>
            </a:xfrm>
            <a:custGeom>
              <a:avLst/>
              <a:gdLst>
                <a:gd name="textAreaLeft" fmla="*/ 0 w 9205920"/>
                <a:gd name="textAreaRight" fmla="*/ 9206280 w 920592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751045" h="42674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ff66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0" name="Google Shape;584;p13"/>
            <p:cNvSpPr/>
            <p:nvPr/>
          </p:nvSpPr>
          <p:spPr>
            <a:xfrm>
              <a:off x="1028880" y="1497600"/>
              <a:ext cx="920592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61" name="Google Shape;585;p13"/>
          <p:cNvGrpSpPr/>
          <p:nvPr/>
        </p:nvGrpSpPr>
        <p:grpSpPr>
          <a:xfrm>
            <a:off x="1309680" y="1706040"/>
            <a:ext cx="9205920" cy="1663200"/>
            <a:chOff x="1309680" y="1706040"/>
            <a:chExt cx="9205920" cy="1663200"/>
          </a:xfrm>
        </p:grpSpPr>
        <p:sp>
          <p:nvSpPr>
            <p:cNvPr id="562" name="Google Shape;586;p13"/>
            <p:cNvSpPr/>
            <p:nvPr/>
          </p:nvSpPr>
          <p:spPr>
            <a:xfrm>
              <a:off x="1309680" y="1873080"/>
              <a:ext cx="9205920" cy="1496160"/>
            </a:xfrm>
            <a:custGeom>
              <a:avLst/>
              <a:gdLst>
                <a:gd name="textAreaLeft" fmla="*/ 0 w 9205920"/>
                <a:gd name="textAreaRight" fmla="*/ 9206280 w 920592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751045" h="42674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3" name="Google Shape;587;p13"/>
            <p:cNvSpPr/>
            <p:nvPr/>
          </p:nvSpPr>
          <p:spPr>
            <a:xfrm>
              <a:off x="1309680" y="1706040"/>
              <a:ext cx="920592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64" name="Google Shape;589;p13"/>
          <p:cNvSpPr/>
          <p:nvPr/>
        </p:nvSpPr>
        <p:spPr>
          <a:xfrm>
            <a:off x="1228680" y="8132400"/>
            <a:ext cx="14316120" cy="12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86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El proyecto inicio importando las librerias necesarias y estableciendo las rutas de los archivos .docx y .xlsx que se usaran.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65" name="Google Shape;590;p13"/>
          <p:cNvGrpSpPr/>
          <p:nvPr/>
        </p:nvGrpSpPr>
        <p:grpSpPr>
          <a:xfrm>
            <a:off x="12237120" y="1508400"/>
            <a:ext cx="4886640" cy="2644200"/>
            <a:chOff x="12237120" y="1508400"/>
            <a:chExt cx="4886640" cy="2644200"/>
          </a:xfrm>
        </p:grpSpPr>
        <p:grpSp>
          <p:nvGrpSpPr>
            <p:cNvPr id="566" name="Google Shape;591;p13"/>
            <p:cNvGrpSpPr/>
            <p:nvPr/>
          </p:nvGrpSpPr>
          <p:grpSpPr>
            <a:xfrm>
              <a:off x="14454360" y="3627720"/>
              <a:ext cx="2669400" cy="524880"/>
              <a:chOff x="14454360" y="3627720"/>
              <a:chExt cx="2669400" cy="524880"/>
            </a:xfrm>
          </p:grpSpPr>
          <p:sp>
            <p:nvSpPr>
              <p:cNvPr id="567" name="Google Shape;592;p13"/>
              <p:cNvSpPr/>
              <p:nvPr/>
            </p:nvSpPr>
            <p:spPr>
              <a:xfrm>
                <a:off x="14454360" y="378396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68" name="Google Shape;593;p13"/>
              <p:cNvSpPr/>
              <p:nvPr/>
            </p:nvSpPr>
            <p:spPr>
              <a:xfrm>
                <a:off x="14454360" y="3627720"/>
                <a:ext cx="26694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69" name="Google Shape;594;p13"/>
            <p:cNvGrpSpPr/>
            <p:nvPr/>
          </p:nvGrpSpPr>
          <p:grpSpPr>
            <a:xfrm>
              <a:off x="14112720" y="2921760"/>
              <a:ext cx="3011040" cy="524880"/>
              <a:chOff x="14112720" y="2921760"/>
              <a:chExt cx="3011040" cy="524880"/>
            </a:xfrm>
          </p:grpSpPr>
          <p:sp>
            <p:nvSpPr>
              <p:cNvPr id="570" name="Google Shape;595;p13"/>
              <p:cNvSpPr/>
              <p:nvPr/>
            </p:nvSpPr>
            <p:spPr>
              <a:xfrm>
                <a:off x="14112720" y="307800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71" name="Google Shape;596;p13"/>
              <p:cNvSpPr/>
              <p:nvPr/>
            </p:nvSpPr>
            <p:spPr>
              <a:xfrm>
                <a:off x="14112720" y="2921760"/>
                <a:ext cx="3011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72" name="Google Shape;597;p13"/>
            <p:cNvGrpSpPr/>
            <p:nvPr/>
          </p:nvGrpSpPr>
          <p:grpSpPr>
            <a:xfrm>
              <a:off x="13427640" y="1508400"/>
              <a:ext cx="1507680" cy="524880"/>
              <a:chOff x="13427640" y="1508400"/>
              <a:chExt cx="1507680" cy="524880"/>
            </a:xfrm>
          </p:grpSpPr>
          <p:sp>
            <p:nvSpPr>
              <p:cNvPr id="573" name="Google Shape;598;p13"/>
              <p:cNvSpPr/>
              <p:nvPr/>
            </p:nvSpPr>
            <p:spPr>
              <a:xfrm>
                <a:off x="13427640" y="166464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74" name="Google Shape;599;p13"/>
              <p:cNvSpPr/>
              <p:nvPr/>
            </p:nvSpPr>
            <p:spPr>
              <a:xfrm>
                <a:off x="13427640" y="1508400"/>
                <a:ext cx="1507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75" name="Google Shape;600;p13"/>
            <p:cNvGrpSpPr/>
            <p:nvPr/>
          </p:nvGrpSpPr>
          <p:grpSpPr>
            <a:xfrm>
              <a:off x="15284160" y="2215080"/>
              <a:ext cx="1839600" cy="524880"/>
              <a:chOff x="15284160" y="2215080"/>
              <a:chExt cx="1839600" cy="524880"/>
            </a:xfrm>
          </p:grpSpPr>
          <p:sp>
            <p:nvSpPr>
              <p:cNvPr id="576" name="Google Shape;601;p13"/>
              <p:cNvSpPr/>
              <p:nvPr/>
            </p:nvSpPr>
            <p:spPr>
              <a:xfrm>
                <a:off x="15284160" y="237132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77" name="Google Shape;602;p13"/>
              <p:cNvSpPr/>
              <p:nvPr/>
            </p:nvSpPr>
            <p:spPr>
              <a:xfrm>
                <a:off x="15284160" y="2215080"/>
                <a:ext cx="18396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78" name="Google Shape;603;p13"/>
            <p:cNvGrpSpPr/>
            <p:nvPr/>
          </p:nvGrpSpPr>
          <p:grpSpPr>
            <a:xfrm>
              <a:off x="15899040" y="1508400"/>
              <a:ext cx="1224360" cy="524880"/>
              <a:chOff x="15899040" y="1508400"/>
              <a:chExt cx="1224360" cy="524880"/>
            </a:xfrm>
          </p:grpSpPr>
          <p:sp>
            <p:nvSpPr>
              <p:cNvPr id="579" name="Google Shape;604;p13"/>
              <p:cNvSpPr/>
              <p:nvPr/>
            </p:nvSpPr>
            <p:spPr>
              <a:xfrm>
                <a:off x="15899040" y="166464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80" name="Google Shape;605;p13"/>
              <p:cNvSpPr/>
              <p:nvPr/>
            </p:nvSpPr>
            <p:spPr>
              <a:xfrm>
                <a:off x="15899040" y="150840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81" name="Google Shape;606;p13"/>
            <p:cNvGrpSpPr/>
            <p:nvPr/>
          </p:nvGrpSpPr>
          <p:grpSpPr>
            <a:xfrm>
              <a:off x="12755520" y="2921760"/>
              <a:ext cx="1224360" cy="524880"/>
              <a:chOff x="12755520" y="2921760"/>
              <a:chExt cx="1224360" cy="524880"/>
            </a:xfrm>
          </p:grpSpPr>
          <p:sp>
            <p:nvSpPr>
              <p:cNvPr id="582" name="Google Shape;607;p13"/>
              <p:cNvSpPr/>
              <p:nvPr/>
            </p:nvSpPr>
            <p:spPr>
              <a:xfrm>
                <a:off x="12755520" y="307800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3" name="Google Shape;608;p13"/>
              <p:cNvSpPr/>
              <p:nvPr/>
            </p:nvSpPr>
            <p:spPr>
              <a:xfrm>
                <a:off x="12755520" y="292176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84" name="Google Shape;609;p13"/>
            <p:cNvGrpSpPr/>
            <p:nvPr/>
          </p:nvGrpSpPr>
          <p:grpSpPr>
            <a:xfrm>
              <a:off x="13107240" y="3627720"/>
              <a:ext cx="1224360" cy="524880"/>
              <a:chOff x="13107240" y="3627720"/>
              <a:chExt cx="1224360" cy="524880"/>
            </a:xfrm>
          </p:grpSpPr>
          <p:sp>
            <p:nvSpPr>
              <p:cNvPr id="585" name="Google Shape;610;p13"/>
              <p:cNvSpPr/>
              <p:nvPr/>
            </p:nvSpPr>
            <p:spPr>
              <a:xfrm>
                <a:off x="13107240" y="378396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6" name="Google Shape;611;p13"/>
              <p:cNvSpPr/>
              <p:nvPr/>
            </p:nvSpPr>
            <p:spPr>
              <a:xfrm>
                <a:off x="13107240" y="36277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87" name="Google Shape;612;p13"/>
            <p:cNvGrpSpPr/>
            <p:nvPr/>
          </p:nvGrpSpPr>
          <p:grpSpPr>
            <a:xfrm>
              <a:off x="14454360" y="2215080"/>
              <a:ext cx="745920" cy="524880"/>
              <a:chOff x="14454360" y="2215080"/>
              <a:chExt cx="745920" cy="524880"/>
            </a:xfrm>
          </p:grpSpPr>
          <p:sp>
            <p:nvSpPr>
              <p:cNvPr id="588" name="Google Shape;613;p13"/>
              <p:cNvSpPr/>
              <p:nvPr/>
            </p:nvSpPr>
            <p:spPr>
              <a:xfrm>
                <a:off x="14454360" y="237132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89" name="Google Shape;614;p13"/>
              <p:cNvSpPr/>
              <p:nvPr/>
            </p:nvSpPr>
            <p:spPr>
              <a:xfrm>
                <a:off x="14454360" y="221508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90" name="Google Shape;615;p13"/>
            <p:cNvGrpSpPr/>
            <p:nvPr/>
          </p:nvGrpSpPr>
          <p:grpSpPr>
            <a:xfrm>
              <a:off x="12237120" y="3627720"/>
              <a:ext cx="745920" cy="524880"/>
              <a:chOff x="12237120" y="3627720"/>
              <a:chExt cx="745920" cy="524880"/>
            </a:xfrm>
          </p:grpSpPr>
          <p:sp>
            <p:nvSpPr>
              <p:cNvPr id="591" name="Google Shape;616;p13"/>
              <p:cNvSpPr/>
              <p:nvPr/>
            </p:nvSpPr>
            <p:spPr>
              <a:xfrm>
                <a:off x="12237120" y="378396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592" name="Google Shape;617;p13"/>
              <p:cNvSpPr/>
              <p:nvPr/>
            </p:nvSpPr>
            <p:spPr>
              <a:xfrm>
                <a:off x="12237120" y="362772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593" name="Google Shape;618;p13"/>
            <p:cNvGrpSpPr/>
            <p:nvPr/>
          </p:nvGrpSpPr>
          <p:grpSpPr>
            <a:xfrm>
              <a:off x="15042600" y="1508400"/>
              <a:ext cx="745920" cy="524880"/>
              <a:chOff x="15042600" y="1508400"/>
              <a:chExt cx="745920" cy="524880"/>
            </a:xfrm>
          </p:grpSpPr>
          <p:sp>
            <p:nvSpPr>
              <p:cNvPr id="594" name="Google Shape;619;p13"/>
              <p:cNvSpPr/>
              <p:nvPr/>
            </p:nvSpPr>
            <p:spPr>
              <a:xfrm>
                <a:off x="15042600" y="16646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95" name="Google Shape;620;p13"/>
              <p:cNvSpPr/>
              <p:nvPr/>
            </p:nvSpPr>
            <p:spPr>
              <a:xfrm>
                <a:off x="15042600" y="150840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596" name="Google Shape;581;p13"/>
          <p:cNvSpPr/>
          <p:nvPr/>
        </p:nvSpPr>
        <p:spPr>
          <a:xfrm>
            <a:off x="1577160" y="1612440"/>
            <a:ext cx="10321200" cy="15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8600" spc="-1" strike="noStrike">
                <a:solidFill>
                  <a:srgbClr val="a1467e"/>
                </a:solidFill>
                <a:latin typeface="Courier New"/>
                <a:ea typeface="Courier New"/>
              </a:rPr>
              <a:t>1.</a:t>
            </a:r>
            <a:r>
              <a:rPr b="0" lang="en-US" sz="86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8600" spc="-1" strike="noStrike">
                <a:solidFill>
                  <a:srgbClr val="158466"/>
                </a:solidFill>
                <a:latin typeface="Courier New"/>
                <a:ea typeface="Courier New"/>
              </a:rPr>
              <a:t>LIBRERIAS</a:t>
            </a:r>
            <a:endParaRPr b="0" lang="en-US" sz="8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7" name="" descr=""/>
          <p:cNvPicPr/>
          <p:nvPr/>
        </p:nvPicPr>
        <p:blipFill>
          <a:blip r:embed="rId1"/>
          <a:stretch/>
        </p:blipFill>
        <p:spPr>
          <a:xfrm>
            <a:off x="1132200" y="4343400"/>
            <a:ext cx="13498200" cy="2266560"/>
          </a:xfrm>
          <a:prstGeom prst="rect">
            <a:avLst/>
          </a:prstGeom>
          <a:ln w="0">
            <a:noFill/>
          </a:ln>
        </p:spPr>
      </p:pic>
      <p:pic>
        <p:nvPicPr>
          <p:cNvPr id="598" name="" descr=""/>
          <p:cNvPicPr/>
          <p:nvPr/>
        </p:nvPicPr>
        <p:blipFill>
          <a:blip r:embed="rId2"/>
          <a:stretch/>
        </p:blipFill>
        <p:spPr>
          <a:xfrm>
            <a:off x="1132200" y="6858000"/>
            <a:ext cx="13498200" cy="90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655;p15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600" name="Google Shape;656;p15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601" name="Google Shape;657;p15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02" name="Google Shape;658;p15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03" name="Google Shape;659;p15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604" name="Google Shape;660;p15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05" name="Google Shape;661;p15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606" name="Google Shape;662;p15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607" name="Google Shape;663;p15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608" name="Google Shape;664;p15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09" name="Google Shape;665;p15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10" name="Google Shape;666;p15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611" name="Google Shape;667;p15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2" name="Google Shape;668;p15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13" name="Google Shape;669;p15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614" name="Google Shape;670;p15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15" name="Google Shape;671;p15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616" name="Google Shape;672;p15"/>
          <p:cNvSpPr/>
          <p:nvPr/>
        </p:nvSpPr>
        <p:spPr>
          <a:xfrm>
            <a:off x="1028880" y="4300920"/>
            <a:ext cx="11496960" cy="252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Una función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decoradora que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envuelve otras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funciones para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capturar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excepciones y evitar que provoquen el bloqueo del programa.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17" name="Google Shape;673;p15"/>
          <p:cNvGrpSpPr/>
          <p:nvPr/>
        </p:nvGrpSpPr>
        <p:grpSpPr>
          <a:xfrm>
            <a:off x="12525840" y="6613560"/>
            <a:ext cx="4886640" cy="2644560"/>
            <a:chOff x="12525840" y="6613560"/>
            <a:chExt cx="4886640" cy="2644560"/>
          </a:xfrm>
        </p:grpSpPr>
        <p:grpSp>
          <p:nvGrpSpPr>
            <p:cNvPr id="618" name="Google Shape;674;p15"/>
            <p:cNvGrpSpPr/>
            <p:nvPr/>
          </p:nvGrpSpPr>
          <p:grpSpPr>
            <a:xfrm>
              <a:off x="14743080" y="8732880"/>
              <a:ext cx="2669400" cy="525240"/>
              <a:chOff x="14743080" y="8732880"/>
              <a:chExt cx="2669400" cy="525240"/>
            </a:xfrm>
          </p:grpSpPr>
          <p:sp>
            <p:nvSpPr>
              <p:cNvPr id="619" name="Google Shape;675;p15"/>
              <p:cNvSpPr/>
              <p:nvPr/>
            </p:nvSpPr>
            <p:spPr>
              <a:xfrm>
                <a:off x="14743080" y="8889480"/>
                <a:ext cx="2669400" cy="368640"/>
              </a:xfrm>
              <a:custGeom>
                <a:avLst/>
                <a:gdLst>
                  <a:gd name="textAreaLeft" fmla="*/ 0 w 2669400"/>
                  <a:gd name="textAreaRight" fmla="*/ 2669760 w 26694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20" name="Google Shape;676;p15"/>
              <p:cNvSpPr/>
              <p:nvPr/>
            </p:nvSpPr>
            <p:spPr>
              <a:xfrm>
                <a:off x="14743080" y="8732880"/>
                <a:ext cx="26694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21" name="Google Shape;677;p15"/>
            <p:cNvGrpSpPr/>
            <p:nvPr/>
          </p:nvGrpSpPr>
          <p:grpSpPr>
            <a:xfrm>
              <a:off x="14401440" y="8026920"/>
              <a:ext cx="3011040" cy="525240"/>
              <a:chOff x="14401440" y="8026920"/>
              <a:chExt cx="3011040" cy="525240"/>
            </a:xfrm>
          </p:grpSpPr>
          <p:sp>
            <p:nvSpPr>
              <p:cNvPr id="622" name="Google Shape;678;p15"/>
              <p:cNvSpPr/>
              <p:nvPr/>
            </p:nvSpPr>
            <p:spPr>
              <a:xfrm>
                <a:off x="14401440" y="8183520"/>
                <a:ext cx="3011040" cy="368640"/>
              </a:xfrm>
              <a:custGeom>
                <a:avLst/>
                <a:gdLst>
                  <a:gd name="textAreaLeft" fmla="*/ 0 w 3011040"/>
                  <a:gd name="textAreaRight" fmla="*/ 3011400 w 301104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23" name="Google Shape;679;p15"/>
              <p:cNvSpPr/>
              <p:nvPr/>
            </p:nvSpPr>
            <p:spPr>
              <a:xfrm>
                <a:off x="14401440" y="8026920"/>
                <a:ext cx="301104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24" name="Google Shape;680;p15"/>
            <p:cNvGrpSpPr/>
            <p:nvPr/>
          </p:nvGrpSpPr>
          <p:grpSpPr>
            <a:xfrm>
              <a:off x="13716720" y="6613560"/>
              <a:ext cx="1507680" cy="525240"/>
              <a:chOff x="13716720" y="6613560"/>
              <a:chExt cx="1507680" cy="525240"/>
            </a:xfrm>
          </p:grpSpPr>
          <p:sp>
            <p:nvSpPr>
              <p:cNvPr id="625" name="Google Shape;681;p15"/>
              <p:cNvSpPr/>
              <p:nvPr/>
            </p:nvSpPr>
            <p:spPr>
              <a:xfrm>
                <a:off x="13716720" y="6770160"/>
                <a:ext cx="1507680" cy="368640"/>
              </a:xfrm>
              <a:custGeom>
                <a:avLst/>
                <a:gdLst>
                  <a:gd name="textAreaLeft" fmla="*/ 0 w 1507680"/>
                  <a:gd name="textAreaRight" fmla="*/ 1508040 w 150768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26" name="Google Shape;682;p15"/>
              <p:cNvSpPr/>
              <p:nvPr/>
            </p:nvSpPr>
            <p:spPr>
              <a:xfrm>
                <a:off x="13716720" y="6613560"/>
                <a:ext cx="150768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27" name="Google Shape;683;p15"/>
            <p:cNvGrpSpPr/>
            <p:nvPr/>
          </p:nvGrpSpPr>
          <p:grpSpPr>
            <a:xfrm>
              <a:off x="15572880" y="7320240"/>
              <a:ext cx="1839600" cy="525240"/>
              <a:chOff x="15572880" y="7320240"/>
              <a:chExt cx="1839600" cy="525240"/>
            </a:xfrm>
          </p:grpSpPr>
          <p:sp>
            <p:nvSpPr>
              <p:cNvPr id="628" name="Google Shape;684;p15"/>
              <p:cNvSpPr/>
              <p:nvPr/>
            </p:nvSpPr>
            <p:spPr>
              <a:xfrm>
                <a:off x="15572880" y="7476840"/>
                <a:ext cx="1839600" cy="368640"/>
              </a:xfrm>
              <a:custGeom>
                <a:avLst/>
                <a:gdLst>
                  <a:gd name="textAreaLeft" fmla="*/ 0 w 1839600"/>
                  <a:gd name="textAreaRight" fmla="*/ 1839960 w 183960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29" name="Google Shape;685;p15"/>
              <p:cNvSpPr/>
              <p:nvPr/>
            </p:nvSpPr>
            <p:spPr>
              <a:xfrm>
                <a:off x="15572880" y="7320240"/>
                <a:ext cx="183960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30" name="Google Shape;686;p15"/>
            <p:cNvGrpSpPr/>
            <p:nvPr/>
          </p:nvGrpSpPr>
          <p:grpSpPr>
            <a:xfrm>
              <a:off x="16188120" y="6613560"/>
              <a:ext cx="1224360" cy="525240"/>
              <a:chOff x="16188120" y="6613560"/>
              <a:chExt cx="1224360" cy="525240"/>
            </a:xfrm>
          </p:grpSpPr>
          <p:sp>
            <p:nvSpPr>
              <p:cNvPr id="631" name="Google Shape;687;p15"/>
              <p:cNvSpPr/>
              <p:nvPr/>
            </p:nvSpPr>
            <p:spPr>
              <a:xfrm>
                <a:off x="16188120" y="677016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32" name="Google Shape;688;p15"/>
              <p:cNvSpPr/>
              <p:nvPr/>
            </p:nvSpPr>
            <p:spPr>
              <a:xfrm>
                <a:off x="16188120" y="661356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33" name="Google Shape;689;p15"/>
            <p:cNvGrpSpPr/>
            <p:nvPr/>
          </p:nvGrpSpPr>
          <p:grpSpPr>
            <a:xfrm>
              <a:off x="13044600" y="8026920"/>
              <a:ext cx="1224360" cy="525240"/>
              <a:chOff x="13044600" y="8026920"/>
              <a:chExt cx="1224360" cy="525240"/>
            </a:xfrm>
          </p:grpSpPr>
          <p:sp>
            <p:nvSpPr>
              <p:cNvPr id="634" name="Google Shape;690;p15"/>
              <p:cNvSpPr/>
              <p:nvPr/>
            </p:nvSpPr>
            <p:spPr>
              <a:xfrm>
                <a:off x="13044600" y="818352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5" name="Google Shape;691;p15"/>
              <p:cNvSpPr/>
              <p:nvPr/>
            </p:nvSpPr>
            <p:spPr>
              <a:xfrm>
                <a:off x="13044600" y="802692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36" name="Google Shape;692;p15"/>
            <p:cNvGrpSpPr/>
            <p:nvPr/>
          </p:nvGrpSpPr>
          <p:grpSpPr>
            <a:xfrm>
              <a:off x="13395960" y="8732880"/>
              <a:ext cx="1224360" cy="525240"/>
              <a:chOff x="13395960" y="8732880"/>
              <a:chExt cx="1224360" cy="525240"/>
            </a:xfrm>
          </p:grpSpPr>
          <p:sp>
            <p:nvSpPr>
              <p:cNvPr id="637" name="Google Shape;693;p15"/>
              <p:cNvSpPr/>
              <p:nvPr/>
            </p:nvSpPr>
            <p:spPr>
              <a:xfrm>
                <a:off x="13395960" y="8889480"/>
                <a:ext cx="1224360" cy="368640"/>
              </a:xfrm>
              <a:custGeom>
                <a:avLst/>
                <a:gdLst>
                  <a:gd name="textAreaLeft" fmla="*/ 0 w 1224360"/>
                  <a:gd name="textAreaRight" fmla="*/ 1224720 w 122436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38" name="Google Shape;694;p15"/>
              <p:cNvSpPr/>
              <p:nvPr/>
            </p:nvSpPr>
            <p:spPr>
              <a:xfrm>
                <a:off x="13395960" y="8732880"/>
                <a:ext cx="122436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39" name="Google Shape;695;p15"/>
            <p:cNvGrpSpPr/>
            <p:nvPr/>
          </p:nvGrpSpPr>
          <p:grpSpPr>
            <a:xfrm>
              <a:off x="14743080" y="7320240"/>
              <a:ext cx="745920" cy="525240"/>
              <a:chOff x="14743080" y="7320240"/>
              <a:chExt cx="745920" cy="525240"/>
            </a:xfrm>
          </p:grpSpPr>
          <p:sp>
            <p:nvSpPr>
              <p:cNvPr id="640" name="Google Shape;696;p15"/>
              <p:cNvSpPr/>
              <p:nvPr/>
            </p:nvSpPr>
            <p:spPr>
              <a:xfrm>
                <a:off x="14743080" y="747684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1" name="Google Shape;697;p15"/>
              <p:cNvSpPr/>
              <p:nvPr/>
            </p:nvSpPr>
            <p:spPr>
              <a:xfrm>
                <a:off x="14743080" y="732024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42" name="Google Shape;698;p15"/>
            <p:cNvGrpSpPr/>
            <p:nvPr/>
          </p:nvGrpSpPr>
          <p:grpSpPr>
            <a:xfrm>
              <a:off x="12525840" y="8732880"/>
              <a:ext cx="745920" cy="525240"/>
              <a:chOff x="12525840" y="8732880"/>
              <a:chExt cx="745920" cy="525240"/>
            </a:xfrm>
          </p:grpSpPr>
          <p:sp>
            <p:nvSpPr>
              <p:cNvPr id="643" name="Google Shape;699;p15"/>
              <p:cNvSpPr/>
              <p:nvPr/>
            </p:nvSpPr>
            <p:spPr>
              <a:xfrm>
                <a:off x="12525840" y="888948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44" name="Google Shape;700;p15"/>
              <p:cNvSpPr/>
              <p:nvPr/>
            </p:nvSpPr>
            <p:spPr>
              <a:xfrm>
                <a:off x="12525840" y="873288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45" name="Google Shape;701;p15"/>
            <p:cNvGrpSpPr/>
            <p:nvPr/>
          </p:nvGrpSpPr>
          <p:grpSpPr>
            <a:xfrm>
              <a:off x="15331680" y="6613560"/>
              <a:ext cx="745920" cy="525240"/>
              <a:chOff x="15331680" y="6613560"/>
              <a:chExt cx="745920" cy="525240"/>
            </a:xfrm>
          </p:grpSpPr>
          <p:sp>
            <p:nvSpPr>
              <p:cNvPr id="646" name="Google Shape;702;p15"/>
              <p:cNvSpPr/>
              <p:nvPr/>
            </p:nvSpPr>
            <p:spPr>
              <a:xfrm>
                <a:off x="15331680" y="6770160"/>
                <a:ext cx="745920" cy="368640"/>
              </a:xfrm>
              <a:custGeom>
                <a:avLst/>
                <a:gdLst>
                  <a:gd name="textAreaLeft" fmla="*/ 0 w 745920"/>
                  <a:gd name="textAreaRight" fmla="*/ 746280 w 745920"/>
                  <a:gd name="textAreaTop" fmla="*/ 0 h 368640"/>
                  <a:gd name="textAreaBottom" fmla="*/ 369000 h 36864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47" name="Google Shape;703;p15"/>
              <p:cNvSpPr/>
              <p:nvPr/>
            </p:nvSpPr>
            <p:spPr>
              <a:xfrm>
                <a:off x="15331680" y="6613560"/>
                <a:ext cx="745920" cy="524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648" name="Google Shape;704;p15"/>
          <p:cNvGrpSpPr/>
          <p:nvPr/>
        </p:nvGrpSpPr>
        <p:grpSpPr>
          <a:xfrm>
            <a:off x="11610000" y="1665360"/>
            <a:ext cx="3359520" cy="1817640"/>
            <a:chOff x="11610000" y="1665360"/>
            <a:chExt cx="3359520" cy="1817640"/>
          </a:xfrm>
        </p:grpSpPr>
        <p:grpSp>
          <p:nvGrpSpPr>
            <p:cNvPr id="649" name="Google Shape;705;p15"/>
            <p:cNvGrpSpPr/>
            <p:nvPr/>
          </p:nvGrpSpPr>
          <p:grpSpPr>
            <a:xfrm>
              <a:off x="11610000" y="1665360"/>
              <a:ext cx="1834920" cy="360720"/>
              <a:chOff x="11610000" y="1665360"/>
              <a:chExt cx="1834920" cy="360720"/>
            </a:xfrm>
          </p:grpSpPr>
          <p:sp>
            <p:nvSpPr>
              <p:cNvPr id="650" name="Google Shape;706;p15"/>
              <p:cNvSpPr/>
              <p:nvPr/>
            </p:nvSpPr>
            <p:spPr>
              <a:xfrm rot="10800000">
                <a:off x="11610000" y="1665360"/>
                <a:ext cx="1834920" cy="253080"/>
              </a:xfrm>
              <a:custGeom>
                <a:avLst/>
                <a:gdLst>
                  <a:gd name="textAreaLeft" fmla="*/ 0 w 1834920"/>
                  <a:gd name="textAreaRight" fmla="*/ 1835280 w 183492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51" name="Google Shape;707;p15"/>
              <p:cNvSpPr/>
              <p:nvPr/>
            </p:nvSpPr>
            <p:spPr>
              <a:xfrm rot="10800000">
                <a:off x="11610000" y="1665360"/>
                <a:ext cx="183492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52" name="Google Shape;708;p15"/>
            <p:cNvGrpSpPr/>
            <p:nvPr/>
          </p:nvGrpSpPr>
          <p:grpSpPr>
            <a:xfrm>
              <a:off x="11610000" y="2150640"/>
              <a:ext cx="2070000" cy="360720"/>
              <a:chOff x="11610000" y="2150640"/>
              <a:chExt cx="2070000" cy="360720"/>
            </a:xfrm>
          </p:grpSpPr>
          <p:sp>
            <p:nvSpPr>
              <p:cNvPr id="653" name="Google Shape;709;p15"/>
              <p:cNvSpPr/>
              <p:nvPr/>
            </p:nvSpPr>
            <p:spPr>
              <a:xfrm rot="10800000">
                <a:off x="11610000" y="2150640"/>
                <a:ext cx="2070000" cy="253080"/>
              </a:xfrm>
              <a:custGeom>
                <a:avLst/>
                <a:gdLst>
                  <a:gd name="textAreaLeft" fmla="*/ 0 w 2070000"/>
                  <a:gd name="textAreaRight" fmla="*/ 2070360 w 2070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54" name="Google Shape;710;p15"/>
              <p:cNvSpPr/>
              <p:nvPr/>
            </p:nvSpPr>
            <p:spPr>
              <a:xfrm rot="10800000">
                <a:off x="11610000" y="2150640"/>
                <a:ext cx="20700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55" name="Google Shape;711;p15"/>
            <p:cNvGrpSpPr/>
            <p:nvPr/>
          </p:nvGrpSpPr>
          <p:grpSpPr>
            <a:xfrm>
              <a:off x="13114440" y="3122280"/>
              <a:ext cx="1036440" cy="360720"/>
              <a:chOff x="13114440" y="3122280"/>
              <a:chExt cx="1036440" cy="360720"/>
            </a:xfrm>
          </p:grpSpPr>
          <p:sp>
            <p:nvSpPr>
              <p:cNvPr id="656" name="Google Shape;712;p15"/>
              <p:cNvSpPr/>
              <p:nvPr/>
            </p:nvSpPr>
            <p:spPr>
              <a:xfrm rot="10800000">
                <a:off x="13114440" y="3122280"/>
                <a:ext cx="1036440" cy="253080"/>
              </a:xfrm>
              <a:custGeom>
                <a:avLst/>
                <a:gdLst>
                  <a:gd name="textAreaLeft" fmla="*/ 0 w 1036440"/>
                  <a:gd name="textAreaRight" fmla="*/ 1036800 w 103644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57" name="Google Shape;713;p15"/>
              <p:cNvSpPr/>
              <p:nvPr/>
            </p:nvSpPr>
            <p:spPr>
              <a:xfrm rot="10800000">
                <a:off x="13114440" y="3122280"/>
                <a:ext cx="103644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58" name="Google Shape;714;p15"/>
            <p:cNvGrpSpPr/>
            <p:nvPr/>
          </p:nvGrpSpPr>
          <p:grpSpPr>
            <a:xfrm>
              <a:off x="11610000" y="2636280"/>
              <a:ext cx="1264680" cy="360720"/>
              <a:chOff x="11610000" y="2636280"/>
              <a:chExt cx="1264680" cy="360720"/>
            </a:xfrm>
          </p:grpSpPr>
          <p:sp>
            <p:nvSpPr>
              <p:cNvPr id="659" name="Google Shape;715;p15"/>
              <p:cNvSpPr/>
              <p:nvPr/>
            </p:nvSpPr>
            <p:spPr>
              <a:xfrm rot="10800000">
                <a:off x="11610000" y="2636640"/>
                <a:ext cx="1264680" cy="253080"/>
              </a:xfrm>
              <a:custGeom>
                <a:avLst/>
                <a:gdLst>
                  <a:gd name="textAreaLeft" fmla="*/ 0 w 1264680"/>
                  <a:gd name="textAreaRight" fmla="*/ 1265040 w 12646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60" name="Google Shape;716;p15"/>
              <p:cNvSpPr/>
              <p:nvPr/>
            </p:nvSpPr>
            <p:spPr>
              <a:xfrm rot="10800000">
                <a:off x="11610000" y="2636280"/>
                <a:ext cx="12646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61" name="Google Shape;717;p15"/>
            <p:cNvGrpSpPr/>
            <p:nvPr/>
          </p:nvGrpSpPr>
          <p:grpSpPr>
            <a:xfrm>
              <a:off x="11610000" y="3122280"/>
              <a:ext cx="841680" cy="360720"/>
              <a:chOff x="11610000" y="3122280"/>
              <a:chExt cx="841680" cy="360720"/>
            </a:xfrm>
          </p:grpSpPr>
          <p:sp>
            <p:nvSpPr>
              <p:cNvPr id="662" name="Google Shape;718;p15"/>
              <p:cNvSpPr/>
              <p:nvPr/>
            </p:nvSpPr>
            <p:spPr>
              <a:xfrm rot="10800000">
                <a:off x="11610000" y="3122280"/>
                <a:ext cx="841680" cy="253080"/>
              </a:xfrm>
              <a:custGeom>
                <a:avLst/>
                <a:gdLst>
                  <a:gd name="textAreaLeft" fmla="*/ 0 w 841680"/>
                  <a:gd name="textAreaRight" fmla="*/ 842040 w 8416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63" name="Google Shape;719;p15"/>
              <p:cNvSpPr/>
              <p:nvPr/>
            </p:nvSpPr>
            <p:spPr>
              <a:xfrm rot="10800000">
                <a:off x="11610000" y="3122280"/>
                <a:ext cx="8416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64" name="Google Shape;720;p15"/>
            <p:cNvGrpSpPr/>
            <p:nvPr/>
          </p:nvGrpSpPr>
          <p:grpSpPr>
            <a:xfrm>
              <a:off x="13771080" y="2150640"/>
              <a:ext cx="841680" cy="360720"/>
              <a:chOff x="13771080" y="2150640"/>
              <a:chExt cx="841680" cy="360720"/>
            </a:xfrm>
          </p:grpSpPr>
          <p:sp>
            <p:nvSpPr>
              <p:cNvPr id="665" name="Google Shape;721;p15"/>
              <p:cNvSpPr/>
              <p:nvPr/>
            </p:nvSpPr>
            <p:spPr>
              <a:xfrm rot="10800000">
                <a:off x="13771080" y="2150640"/>
                <a:ext cx="841680" cy="253080"/>
              </a:xfrm>
              <a:custGeom>
                <a:avLst/>
                <a:gdLst>
                  <a:gd name="textAreaLeft" fmla="*/ 0 w 841680"/>
                  <a:gd name="textAreaRight" fmla="*/ 842040 w 8416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6" name="Google Shape;722;p15"/>
              <p:cNvSpPr/>
              <p:nvPr/>
            </p:nvSpPr>
            <p:spPr>
              <a:xfrm rot="10800000">
                <a:off x="13771080" y="2150640"/>
                <a:ext cx="8416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67" name="Google Shape;723;p15"/>
            <p:cNvGrpSpPr/>
            <p:nvPr/>
          </p:nvGrpSpPr>
          <p:grpSpPr>
            <a:xfrm>
              <a:off x="13529520" y="1665360"/>
              <a:ext cx="841680" cy="360720"/>
              <a:chOff x="13529520" y="1665360"/>
              <a:chExt cx="841680" cy="360720"/>
            </a:xfrm>
          </p:grpSpPr>
          <p:sp>
            <p:nvSpPr>
              <p:cNvPr id="668" name="Google Shape;724;p15"/>
              <p:cNvSpPr/>
              <p:nvPr/>
            </p:nvSpPr>
            <p:spPr>
              <a:xfrm rot="10800000">
                <a:off x="13529520" y="1665360"/>
                <a:ext cx="841680" cy="253080"/>
              </a:xfrm>
              <a:custGeom>
                <a:avLst/>
                <a:gdLst>
                  <a:gd name="textAreaLeft" fmla="*/ 0 w 841680"/>
                  <a:gd name="textAreaRight" fmla="*/ 842040 w 8416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69" name="Google Shape;725;p15"/>
              <p:cNvSpPr/>
              <p:nvPr/>
            </p:nvSpPr>
            <p:spPr>
              <a:xfrm rot="10800000">
                <a:off x="13529520" y="1665360"/>
                <a:ext cx="8416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70" name="Google Shape;726;p15"/>
            <p:cNvGrpSpPr/>
            <p:nvPr/>
          </p:nvGrpSpPr>
          <p:grpSpPr>
            <a:xfrm>
              <a:off x="12931920" y="2636280"/>
              <a:ext cx="513000" cy="360720"/>
              <a:chOff x="12931920" y="2636280"/>
              <a:chExt cx="513000" cy="360720"/>
            </a:xfrm>
          </p:grpSpPr>
          <p:sp>
            <p:nvSpPr>
              <p:cNvPr id="671" name="Google Shape;727;p15"/>
              <p:cNvSpPr/>
              <p:nvPr/>
            </p:nvSpPr>
            <p:spPr>
              <a:xfrm rot="10800000">
                <a:off x="12931920" y="2636640"/>
                <a:ext cx="513000" cy="253080"/>
              </a:xfrm>
              <a:custGeom>
                <a:avLst/>
                <a:gdLst>
                  <a:gd name="textAreaLeft" fmla="*/ 0 w 513000"/>
                  <a:gd name="textAreaRight" fmla="*/ 513360 w 513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2" name="Google Shape;728;p15"/>
              <p:cNvSpPr/>
              <p:nvPr/>
            </p:nvSpPr>
            <p:spPr>
              <a:xfrm rot="10800000">
                <a:off x="12931920" y="2636280"/>
                <a:ext cx="5130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73" name="Google Shape;729;p15"/>
            <p:cNvGrpSpPr/>
            <p:nvPr/>
          </p:nvGrpSpPr>
          <p:grpSpPr>
            <a:xfrm>
              <a:off x="14456520" y="1665360"/>
              <a:ext cx="513000" cy="360720"/>
              <a:chOff x="14456520" y="1665360"/>
              <a:chExt cx="513000" cy="360720"/>
            </a:xfrm>
          </p:grpSpPr>
          <p:sp>
            <p:nvSpPr>
              <p:cNvPr id="674" name="Google Shape;730;p15"/>
              <p:cNvSpPr/>
              <p:nvPr/>
            </p:nvSpPr>
            <p:spPr>
              <a:xfrm rot="10800000">
                <a:off x="14456520" y="1665360"/>
                <a:ext cx="513000" cy="253080"/>
              </a:xfrm>
              <a:custGeom>
                <a:avLst/>
                <a:gdLst>
                  <a:gd name="textAreaLeft" fmla="*/ 0 w 513000"/>
                  <a:gd name="textAreaRight" fmla="*/ 513360 w 513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75" name="Google Shape;731;p15"/>
              <p:cNvSpPr/>
              <p:nvPr/>
            </p:nvSpPr>
            <p:spPr>
              <a:xfrm rot="10800000">
                <a:off x="14456520" y="1665360"/>
                <a:ext cx="5130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76" name="Google Shape;732;p15"/>
            <p:cNvGrpSpPr/>
            <p:nvPr/>
          </p:nvGrpSpPr>
          <p:grpSpPr>
            <a:xfrm>
              <a:off x="12527640" y="3122280"/>
              <a:ext cx="513000" cy="360720"/>
              <a:chOff x="12527640" y="3122280"/>
              <a:chExt cx="513000" cy="360720"/>
            </a:xfrm>
          </p:grpSpPr>
          <p:sp>
            <p:nvSpPr>
              <p:cNvPr id="677" name="Google Shape;733;p15"/>
              <p:cNvSpPr/>
              <p:nvPr/>
            </p:nvSpPr>
            <p:spPr>
              <a:xfrm rot="10800000">
                <a:off x="12527640" y="3122280"/>
                <a:ext cx="513000" cy="253080"/>
              </a:xfrm>
              <a:custGeom>
                <a:avLst/>
                <a:gdLst>
                  <a:gd name="textAreaLeft" fmla="*/ 0 w 513000"/>
                  <a:gd name="textAreaRight" fmla="*/ 513360 w 513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678" name="Google Shape;734;p15"/>
              <p:cNvSpPr/>
              <p:nvPr/>
            </p:nvSpPr>
            <p:spPr>
              <a:xfrm rot="10800000">
                <a:off x="12527640" y="3122280"/>
                <a:ext cx="5130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679" name="Google Shape;735;p15"/>
          <p:cNvGrpSpPr/>
          <p:nvPr/>
        </p:nvGrpSpPr>
        <p:grpSpPr>
          <a:xfrm>
            <a:off x="1028880" y="1497600"/>
            <a:ext cx="9355680" cy="1663200"/>
            <a:chOff x="1028880" y="1497600"/>
            <a:chExt cx="9355680" cy="1663200"/>
          </a:xfrm>
        </p:grpSpPr>
        <p:sp>
          <p:nvSpPr>
            <p:cNvPr id="680" name="Google Shape;736;p15"/>
            <p:cNvSpPr/>
            <p:nvPr/>
          </p:nvSpPr>
          <p:spPr>
            <a:xfrm>
              <a:off x="1028880" y="1664640"/>
              <a:ext cx="9355680" cy="1496160"/>
            </a:xfrm>
            <a:custGeom>
              <a:avLst/>
              <a:gdLst>
                <a:gd name="textAreaLeft" fmla="*/ 0 w 9355680"/>
                <a:gd name="textAreaRight" fmla="*/ 9356040 w 935568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2667823" h="426740">
                  <a:moveTo>
                    <a:pt x="13240" y="0"/>
                  </a:moveTo>
                  <a:lnTo>
                    <a:pt x="2654584" y="0"/>
                  </a:lnTo>
                  <a:cubicBezTo>
                    <a:pt x="2658095" y="0"/>
                    <a:pt x="2661463" y="1395"/>
                    <a:pt x="2663945" y="3878"/>
                  </a:cubicBezTo>
                  <a:cubicBezTo>
                    <a:pt x="2666428" y="6361"/>
                    <a:pt x="2667823" y="9728"/>
                    <a:pt x="2667823" y="13240"/>
                  </a:cubicBezTo>
                  <a:lnTo>
                    <a:pt x="2667823" y="413501"/>
                  </a:lnTo>
                  <a:cubicBezTo>
                    <a:pt x="2667823" y="417012"/>
                    <a:pt x="2666428" y="420379"/>
                    <a:pt x="2663945" y="422862"/>
                  </a:cubicBezTo>
                  <a:cubicBezTo>
                    <a:pt x="2661463" y="425345"/>
                    <a:pt x="2658095" y="426740"/>
                    <a:pt x="2654584" y="426740"/>
                  </a:cubicBezTo>
                  <a:lnTo>
                    <a:pt x="13240" y="426740"/>
                  </a:lnTo>
                  <a:cubicBezTo>
                    <a:pt x="9728" y="426740"/>
                    <a:pt x="6361" y="425345"/>
                    <a:pt x="3878" y="422862"/>
                  </a:cubicBezTo>
                  <a:cubicBezTo>
                    <a:pt x="1395" y="420379"/>
                    <a:pt x="0" y="417012"/>
                    <a:pt x="0" y="413501"/>
                  </a:cubicBezTo>
                  <a:lnTo>
                    <a:pt x="0" y="13240"/>
                  </a:lnTo>
                  <a:cubicBezTo>
                    <a:pt x="0" y="9728"/>
                    <a:pt x="1395" y="6361"/>
                    <a:pt x="3878" y="3878"/>
                  </a:cubicBezTo>
                  <a:cubicBezTo>
                    <a:pt x="6361" y="1395"/>
                    <a:pt x="9728" y="0"/>
                    <a:pt x="13240" y="0"/>
                  </a:cubicBezTo>
                  <a:close/>
                </a:path>
              </a:pathLst>
            </a:custGeom>
            <a:solidFill>
              <a:srgbClr val="8c52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1" name="Google Shape;737;p15"/>
            <p:cNvSpPr/>
            <p:nvPr/>
          </p:nvSpPr>
          <p:spPr>
            <a:xfrm>
              <a:off x="1028880" y="1497600"/>
              <a:ext cx="935568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82" name="Google Shape;738;p15"/>
          <p:cNvGrpSpPr/>
          <p:nvPr/>
        </p:nvGrpSpPr>
        <p:grpSpPr>
          <a:xfrm>
            <a:off x="1314720" y="1742040"/>
            <a:ext cx="9355680" cy="1663200"/>
            <a:chOff x="1314720" y="1742040"/>
            <a:chExt cx="9355680" cy="1663200"/>
          </a:xfrm>
        </p:grpSpPr>
        <p:sp>
          <p:nvSpPr>
            <p:cNvPr id="683" name="Google Shape;739;p15"/>
            <p:cNvSpPr/>
            <p:nvPr/>
          </p:nvSpPr>
          <p:spPr>
            <a:xfrm>
              <a:off x="1314720" y="1909080"/>
              <a:ext cx="9355680" cy="1496160"/>
            </a:xfrm>
            <a:custGeom>
              <a:avLst/>
              <a:gdLst>
                <a:gd name="textAreaLeft" fmla="*/ 0 w 9355680"/>
                <a:gd name="textAreaRight" fmla="*/ 9356040 w 935568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2667823" h="426740">
                  <a:moveTo>
                    <a:pt x="14895" y="0"/>
                  </a:moveTo>
                  <a:lnTo>
                    <a:pt x="2652929" y="0"/>
                  </a:lnTo>
                  <a:cubicBezTo>
                    <a:pt x="2656879" y="0"/>
                    <a:pt x="2660667" y="1569"/>
                    <a:pt x="2663461" y="4363"/>
                  </a:cubicBezTo>
                  <a:cubicBezTo>
                    <a:pt x="2666254" y="7156"/>
                    <a:pt x="2667823" y="10944"/>
                    <a:pt x="2667823" y="14895"/>
                  </a:cubicBezTo>
                  <a:lnTo>
                    <a:pt x="2667823" y="411846"/>
                  </a:lnTo>
                  <a:cubicBezTo>
                    <a:pt x="2667823" y="420072"/>
                    <a:pt x="2661155" y="426740"/>
                    <a:pt x="2652929" y="426740"/>
                  </a:cubicBezTo>
                  <a:lnTo>
                    <a:pt x="14895" y="426740"/>
                  </a:lnTo>
                  <a:cubicBezTo>
                    <a:pt x="10944" y="426740"/>
                    <a:pt x="7156" y="425171"/>
                    <a:pt x="4363" y="422378"/>
                  </a:cubicBezTo>
                  <a:cubicBezTo>
                    <a:pt x="1569" y="419584"/>
                    <a:pt x="0" y="415796"/>
                    <a:pt x="0" y="411846"/>
                  </a:cubicBezTo>
                  <a:lnTo>
                    <a:pt x="0" y="14895"/>
                  </a:lnTo>
                  <a:cubicBezTo>
                    <a:pt x="0" y="6668"/>
                    <a:pt x="6668" y="0"/>
                    <a:pt x="14895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4" name="Google Shape;740;p15"/>
            <p:cNvSpPr/>
            <p:nvPr/>
          </p:nvSpPr>
          <p:spPr>
            <a:xfrm>
              <a:off x="1314720" y="1742040"/>
              <a:ext cx="935568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85" name="Google Shape;741;p15"/>
          <p:cNvSpPr/>
          <p:nvPr/>
        </p:nvSpPr>
        <p:spPr>
          <a:xfrm>
            <a:off x="1749960" y="1919880"/>
            <a:ext cx="863460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8630" spc="-1" strike="noStrike">
                <a:solidFill>
                  <a:srgbClr val="ffffff"/>
                </a:solidFill>
                <a:latin typeface="Courier New"/>
                <a:ea typeface="Courier New"/>
              </a:rPr>
              <a:t>ERROR HANDLER</a:t>
            </a:r>
            <a:endParaRPr b="0" lang="en-US" sz="86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6" name="" descr=""/>
          <p:cNvPicPr/>
          <p:nvPr/>
        </p:nvPicPr>
        <p:blipFill>
          <a:blip r:embed="rId1"/>
          <a:stretch/>
        </p:blipFill>
        <p:spPr>
          <a:xfrm>
            <a:off x="3875400" y="4114800"/>
            <a:ext cx="13498200" cy="226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oogle Shape;746;p16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688" name="Google Shape;747;p16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689" name="Google Shape;748;p16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90" name="Google Shape;749;p16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91" name="Google Shape;750;p16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692" name="Google Shape;751;p16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93" name="Google Shape;752;p16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694" name="Google Shape;753;p16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695" name="Google Shape;754;p16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696" name="Google Shape;755;p16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697" name="Google Shape;756;p16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698" name="Google Shape;757;p16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699" name="Google Shape;758;p16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0" name="Google Shape;759;p16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01" name="Google Shape;760;p16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702" name="Google Shape;761;p16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03" name="Google Shape;762;p16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704" name="Google Shape;763;p16"/>
          <p:cNvGrpSpPr/>
          <p:nvPr/>
        </p:nvGrpSpPr>
        <p:grpSpPr>
          <a:xfrm>
            <a:off x="1125360" y="1237320"/>
            <a:ext cx="15843960" cy="1663200"/>
            <a:chOff x="1125360" y="1237320"/>
            <a:chExt cx="15843960" cy="1663200"/>
          </a:xfrm>
        </p:grpSpPr>
        <p:sp>
          <p:nvSpPr>
            <p:cNvPr id="705" name="Google Shape;764;p16"/>
            <p:cNvSpPr/>
            <p:nvPr/>
          </p:nvSpPr>
          <p:spPr>
            <a:xfrm>
              <a:off x="1125360" y="1404360"/>
              <a:ext cx="15843960" cy="1496160"/>
            </a:xfrm>
            <a:custGeom>
              <a:avLst/>
              <a:gdLst>
                <a:gd name="textAreaLeft" fmla="*/ 0 w 15843960"/>
                <a:gd name="textAreaRight" fmla="*/ 15844320 w 1584396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4517902" h="426740">
                  <a:moveTo>
                    <a:pt x="7818" y="0"/>
                  </a:moveTo>
                  <a:lnTo>
                    <a:pt x="4510084" y="0"/>
                  </a:lnTo>
                  <a:cubicBezTo>
                    <a:pt x="4514402" y="0"/>
                    <a:pt x="4517902" y="3500"/>
                    <a:pt x="4517902" y="7818"/>
                  </a:cubicBezTo>
                  <a:lnTo>
                    <a:pt x="4517902" y="418922"/>
                  </a:lnTo>
                  <a:cubicBezTo>
                    <a:pt x="4517902" y="423240"/>
                    <a:pt x="4514402" y="426740"/>
                    <a:pt x="4510084" y="426740"/>
                  </a:cubicBezTo>
                  <a:lnTo>
                    <a:pt x="7818" y="426740"/>
                  </a:lnTo>
                  <a:cubicBezTo>
                    <a:pt x="3500" y="426740"/>
                    <a:pt x="0" y="423240"/>
                    <a:pt x="0" y="418922"/>
                  </a:cubicBezTo>
                  <a:lnTo>
                    <a:pt x="0" y="7818"/>
                  </a:lnTo>
                  <a:cubicBezTo>
                    <a:pt x="0" y="3500"/>
                    <a:pt x="3500" y="0"/>
                    <a:pt x="7818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6" name="Google Shape;765;p16"/>
            <p:cNvSpPr/>
            <p:nvPr/>
          </p:nvSpPr>
          <p:spPr>
            <a:xfrm>
              <a:off x="1125360" y="1237320"/>
              <a:ext cx="1584396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07" name="Google Shape;766;p16"/>
          <p:cNvGrpSpPr/>
          <p:nvPr/>
        </p:nvGrpSpPr>
        <p:grpSpPr>
          <a:xfrm>
            <a:off x="1318320" y="1549440"/>
            <a:ext cx="15843960" cy="1663200"/>
            <a:chOff x="1318320" y="1549440"/>
            <a:chExt cx="15843960" cy="1663200"/>
          </a:xfrm>
        </p:grpSpPr>
        <p:sp>
          <p:nvSpPr>
            <p:cNvPr id="708" name="Google Shape;767;p16"/>
            <p:cNvSpPr/>
            <p:nvPr/>
          </p:nvSpPr>
          <p:spPr>
            <a:xfrm>
              <a:off x="1318320" y="1716480"/>
              <a:ext cx="15843960" cy="1496160"/>
            </a:xfrm>
            <a:custGeom>
              <a:avLst/>
              <a:gdLst>
                <a:gd name="textAreaLeft" fmla="*/ 0 w 15843960"/>
                <a:gd name="textAreaRight" fmla="*/ 15844320 w 1584396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4517902" h="426740">
                  <a:moveTo>
                    <a:pt x="8795" y="0"/>
                  </a:moveTo>
                  <a:lnTo>
                    <a:pt x="4509107" y="0"/>
                  </a:lnTo>
                  <a:cubicBezTo>
                    <a:pt x="4511440" y="0"/>
                    <a:pt x="4513677" y="927"/>
                    <a:pt x="4515326" y="2576"/>
                  </a:cubicBezTo>
                  <a:cubicBezTo>
                    <a:pt x="4516975" y="4225"/>
                    <a:pt x="4517902" y="6463"/>
                    <a:pt x="4517902" y="8795"/>
                  </a:cubicBezTo>
                  <a:lnTo>
                    <a:pt x="4517902" y="417945"/>
                  </a:lnTo>
                  <a:cubicBezTo>
                    <a:pt x="4517902" y="420277"/>
                    <a:pt x="4516975" y="422515"/>
                    <a:pt x="4515326" y="424164"/>
                  </a:cubicBezTo>
                  <a:cubicBezTo>
                    <a:pt x="4513677" y="425813"/>
                    <a:pt x="4511440" y="426740"/>
                    <a:pt x="4509107" y="426740"/>
                  </a:cubicBezTo>
                  <a:lnTo>
                    <a:pt x="8795" y="426740"/>
                  </a:lnTo>
                  <a:cubicBezTo>
                    <a:pt x="6463" y="426740"/>
                    <a:pt x="4225" y="425813"/>
                    <a:pt x="2576" y="424164"/>
                  </a:cubicBezTo>
                  <a:cubicBezTo>
                    <a:pt x="927" y="422515"/>
                    <a:pt x="0" y="420277"/>
                    <a:pt x="0" y="417945"/>
                  </a:cubicBezTo>
                  <a:lnTo>
                    <a:pt x="0" y="8795"/>
                  </a:lnTo>
                  <a:cubicBezTo>
                    <a:pt x="0" y="6463"/>
                    <a:pt x="927" y="4225"/>
                    <a:pt x="2576" y="2576"/>
                  </a:cubicBezTo>
                  <a:cubicBezTo>
                    <a:pt x="4225" y="927"/>
                    <a:pt x="6463" y="0"/>
                    <a:pt x="8795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9" name="Google Shape;768;p16"/>
            <p:cNvSpPr/>
            <p:nvPr/>
          </p:nvSpPr>
          <p:spPr>
            <a:xfrm>
              <a:off x="1318320" y="1549440"/>
              <a:ext cx="1584396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10" name="Google Shape;769;p16"/>
          <p:cNvSpPr/>
          <p:nvPr/>
        </p:nvSpPr>
        <p:spPr>
          <a:xfrm>
            <a:off x="1711800" y="1727280"/>
            <a:ext cx="13667040" cy="15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8600" spc="-1" strike="noStrike">
                <a:solidFill>
                  <a:srgbClr val="5983b0"/>
                </a:solidFill>
                <a:latin typeface="Courier New"/>
                <a:ea typeface="Courier New"/>
              </a:rPr>
              <a:t>2.</a:t>
            </a:r>
            <a:r>
              <a:rPr b="0" lang="en-US" sz="86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8600" spc="-1" strike="noStrike">
                <a:solidFill>
                  <a:srgbClr val="158466"/>
                </a:solidFill>
                <a:latin typeface="Courier New"/>
                <a:ea typeface="Courier New"/>
              </a:rPr>
              <a:t>CLASES</a:t>
            </a:r>
            <a:endParaRPr b="0" lang="en-US" sz="8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Google Shape;771;p16"/>
          <p:cNvSpPr/>
          <p:nvPr/>
        </p:nvSpPr>
        <p:spPr>
          <a:xfrm>
            <a:off x="979920" y="5302080"/>
            <a:ext cx="12278880" cy="8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5983b0"/>
                </a:solidFill>
                <a:latin typeface="Courier New"/>
                <a:ea typeface="Courier New"/>
              </a:rPr>
              <a:t>CLASE ABSTRACTA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158466"/>
                </a:solidFill>
                <a:latin typeface="Courier New"/>
                <a:ea typeface="Courier New"/>
              </a:rPr>
              <a:t>NOTIFICADOR</a:t>
            </a:r>
            <a:r>
              <a:rPr b="0" lang="en-US" sz="4800" spc="-1" strike="noStrike">
                <a:solidFill>
                  <a:srgbClr val="ffde59"/>
                </a:solidFill>
                <a:latin typeface="Courier New"/>
                <a:ea typeface="Courier New"/>
              </a:rPr>
              <a:t>(</a:t>
            </a:r>
            <a:r>
              <a:rPr b="0" lang="en-US" sz="4800" spc="-1" strike="noStrike">
                <a:solidFill>
                  <a:srgbClr val="158466"/>
                </a:solidFill>
                <a:latin typeface="Courier New"/>
                <a:ea typeface="Courier New"/>
              </a:rPr>
              <a:t>ABC</a:t>
            </a:r>
            <a:r>
              <a:rPr b="0" lang="en-US" sz="4800" spc="-1" strike="noStrike">
                <a:solidFill>
                  <a:srgbClr val="ffde59"/>
                </a:solidFill>
                <a:latin typeface="Courier New"/>
                <a:ea typeface="Courier New"/>
              </a:rPr>
              <a:t>)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Google Shape;773;p16"/>
          <p:cNvSpPr/>
          <p:nvPr/>
        </p:nvSpPr>
        <p:spPr>
          <a:xfrm>
            <a:off x="1076040" y="6602760"/>
            <a:ext cx="11496960" cy="20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Utilizando la libreria Abstract Base Classes (ABC)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Crea una clase padre con un </a:t>
            </a:r>
            <a:r>
              <a:rPr b="0" lang="en-US" sz="2400" spc="-1" strike="noStrike">
                <a:solidFill>
                  <a:srgbClr val="ffe994"/>
                </a:solidFill>
                <a:latin typeface="Roboto Mono"/>
                <a:ea typeface="Roboto Mono"/>
              </a:rPr>
              <a:t>@abstractmethod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Toda clase hija </a:t>
            </a:r>
            <a:r>
              <a:rPr b="1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requiere</a:t>
            </a: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 este metodo para funcionar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13" name="Google Shape;774;p16"/>
          <p:cNvGrpSpPr/>
          <p:nvPr/>
        </p:nvGrpSpPr>
        <p:grpSpPr>
          <a:xfrm>
            <a:off x="13246560" y="7007760"/>
            <a:ext cx="3916080" cy="2118960"/>
            <a:chOff x="13246560" y="7007760"/>
            <a:chExt cx="3916080" cy="2118960"/>
          </a:xfrm>
        </p:grpSpPr>
        <p:grpSp>
          <p:nvGrpSpPr>
            <p:cNvPr id="714" name="Google Shape;775;p16"/>
            <p:cNvGrpSpPr/>
            <p:nvPr/>
          </p:nvGrpSpPr>
          <p:grpSpPr>
            <a:xfrm>
              <a:off x="15023160" y="8706240"/>
              <a:ext cx="2139120" cy="420480"/>
              <a:chOff x="15023160" y="8706240"/>
              <a:chExt cx="2139120" cy="420480"/>
            </a:xfrm>
          </p:grpSpPr>
          <p:sp>
            <p:nvSpPr>
              <p:cNvPr id="715" name="Google Shape;776;p16"/>
              <p:cNvSpPr/>
              <p:nvPr/>
            </p:nvSpPr>
            <p:spPr>
              <a:xfrm>
                <a:off x="15023160" y="8831520"/>
                <a:ext cx="2139120" cy="295200"/>
              </a:xfrm>
              <a:custGeom>
                <a:avLst/>
                <a:gdLst>
                  <a:gd name="textAreaLeft" fmla="*/ 0 w 2139120"/>
                  <a:gd name="textAreaRight" fmla="*/ 2139480 w 213912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16" name="Google Shape;777;p16"/>
              <p:cNvSpPr/>
              <p:nvPr/>
            </p:nvSpPr>
            <p:spPr>
              <a:xfrm>
                <a:off x="15023160" y="8706240"/>
                <a:ext cx="213912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17" name="Google Shape;778;p16"/>
            <p:cNvGrpSpPr/>
            <p:nvPr/>
          </p:nvGrpSpPr>
          <p:grpSpPr>
            <a:xfrm>
              <a:off x="14749560" y="8140680"/>
              <a:ext cx="2413080" cy="420480"/>
              <a:chOff x="14749560" y="8140680"/>
              <a:chExt cx="2413080" cy="420480"/>
            </a:xfrm>
          </p:grpSpPr>
          <p:sp>
            <p:nvSpPr>
              <p:cNvPr id="718" name="Google Shape;779;p16"/>
              <p:cNvSpPr/>
              <p:nvPr/>
            </p:nvSpPr>
            <p:spPr>
              <a:xfrm>
                <a:off x="14749560" y="8265960"/>
                <a:ext cx="2413080" cy="295200"/>
              </a:xfrm>
              <a:custGeom>
                <a:avLst/>
                <a:gdLst>
                  <a:gd name="textAreaLeft" fmla="*/ 0 w 2413080"/>
                  <a:gd name="textAreaRight" fmla="*/ 2413440 w 241308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19" name="Google Shape;780;p16"/>
              <p:cNvSpPr/>
              <p:nvPr/>
            </p:nvSpPr>
            <p:spPr>
              <a:xfrm>
                <a:off x="14749560" y="8140680"/>
                <a:ext cx="241308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20" name="Google Shape;781;p16"/>
            <p:cNvGrpSpPr/>
            <p:nvPr/>
          </p:nvGrpSpPr>
          <p:grpSpPr>
            <a:xfrm>
              <a:off x="14200560" y="7007760"/>
              <a:ext cx="1208160" cy="420840"/>
              <a:chOff x="14200560" y="7007760"/>
              <a:chExt cx="1208160" cy="420840"/>
            </a:xfrm>
          </p:grpSpPr>
          <p:sp>
            <p:nvSpPr>
              <p:cNvPr id="721" name="Google Shape;782;p16"/>
              <p:cNvSpPr/>
              <p:nvPr/>
            </p:nvSpPr>
            <p:spPr>
              <a:xfrm>
                <a:off x="14200560" y="7133400"/>
                <a:ext cx="1208160" cy="295200"/>
              </a:xfrm>
              <a:custGeom>
                <a:avLst/>
                <a:gdLst>
                  <a:gd name="textAreaLeft" fmla="*/ 0 w 1208160"/>
                  <a:gd name="textAreaRight" fmla="*/ 1208520 w 12081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22" name="Google Shape;783;p16"/>
              <p:cNvSpPr/>
              <p:nvPr/>
            </p:nvSpPr>
            <p:spPr>
              <a:xfrm>
                <a:off x="14200560" y="7007760"/>
                <a:ext cx="12081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23" name="Google Shape;784;p16"/>
            <p:cNvGrpSpPr/>
            <p:nvPr/>
          </p:nvGrpSpPr>
          <p:grpSpPr>
            <a:xfrm>
              <a:off x="15688440" y="7574400"/>
              <a:ext cx="1474200" cy="420480"/>
              <a:chOff x="15688440" y="7574400"/>
              <a:chExt cx="1474200" cy="420480"/>
            </a:xfrm>
          </p:grpSpPr>
          <p:sp>
            <p:nvSpPr>
              <p:cNvPr id="724" name="Google Shape;785;p16"/>
              <p:cNvSpPr/>
              <p:nvPr/>
            </p:nvSpPr>
            <p:spPr>
              <a:xfrm>
                <a:off x="15688440" y="7699680"/>
                <a:ext cx="1474200" cy="295200"/>
              </a:xfrm>
              <a:custGeom>
                <a:avLst/>
                <a:gdLst>
                  <a:gd name="textAreaLeft" fmla="*/ 0 w 1474200"/>
                  <a:gd name="textAreaRight" fmla="*/ 1474560 w 147420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25" name="Google Shape;786;p16"/>
              <p:cNvSpPr/>
              <p:nvPr/>
            </p:nvSpPr>
            <p:spPr>
              <a:xfrm>
                <a:off x="15688440" y="7574400"/>
                <a:ext cx="147420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26" name="Google Shape;787;p16"/>
            <p:cNvGrpSpPr/>
            <p:nvPr/>
          </p:nvGrpSpPr>
          <p:grpSpPr>
            <a:xfrm>
              <a:off x="16181280" y="7007760"/>
              <a:ext cx="981360" cy="420840"/>
              <a:chOff x="16181280" y="7007760"/>
              <a:chExt cx="981360" cy="420840"/>
            </a:xfrm>
          </p:grpSpPr>
          <p:sp>
            <p:nvSpPr>
              <p:cNvPr id="727" name="Google Shape;788;p16"/>
              <p:cNvSpPr/>
              <p:nvPr/>
            </p:nvSpPr>
            <p:spPr>
              <a:xfrm>
                <a:off x="16181280" y="713340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28" name="Google Shape;789;p16"/>
              <p:cNvSpPr/>
              <p:nvPr/>
            </p:nvSpPr>
            <p:spPr>
              <a:xfrm>
                <a:off x="16181280" y="700776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29" name="Google Shape;790;p16"/>
            <p:cNvGrpSpPr/>
            <p:nvPr/>
          </p:nvGrpSpPr>
          <p:grpSpPr>
            <a:xfrm>
              <a:off x="13662000" y="8140680"/>
              <a:ext cx="981360" cy="420480"/>
              <a:chOff x="13662000" y="8140680"/>
              <a:chExt cx="981360" cy="420480"/>
            </a:xfrm>
          </p:grpSpPr>
          <p:sp>
            <p:nvSpPr>
              <p:cNvPr id="730" name="Google Shape;791;p16"/>
              <p:cNvSpPr/>
              <p:nvPr/>
            </p:nvSpPr>
            <p:spPr>
              <a:xfrm>
                <a:off x="13662000" y="826596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1" name="Google Shape;792;p16"/>
              <p:cNvSpPr/>
              <p:nvPr/>
            </p:nvSpPr>
            <p:spPr>
              <a:xfrm>
                <a:off x="13662000" y="814068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32" name="Google Shape;793;p16"/>
            <p:cNvGrpSpPr/>
            <p:nvPr/>
          </p:nvGrpSpPr>
          <p:grpSpPr>
            <a:xfrm>
              <a:off x="13943520" y="8706240"/>
              <a:ext cx="981360" cy="420480"/>
              <a:chOff x="13943520" y="8706240"/>
              <a:chExt cx="981360" cy="420480"/>
            </a:xfrm>
          </p:grpSpPr>
          <p:sp>
            <p:nvSpPr>
              <p:cNvPr id="733" name="Google Shape;794;p16"/>
              <p:cNvSpPr/>
              <p:nvPr/>
            </p:nvSpPr>
            <p:spPr>
              <a:xfrm>
                <a:off x="13943520" y="883152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4" name="Google Shape;795;p16"/>
              <p:cNvSpPr/>
              <p:nvPr/>
            </p:nvSpPr>
            <p:spPr>
              <a:xfrm>
                <a:off x="13943520" y="870624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35" name="Google Shape;796;p16"/>
            <p:cNvGrpSpPr/>
            <p:nvPr/>
          </p:nvGrpSpPr>
          <p:grpSpPr>
            <a:xfrm>
              <a:off x="15023160" y="7574400"/>
              <a:ext cx="597960" cy="420480"/>
              <a:chOff x="15023160" y="7574400"/>
              <a:chExt cx="597960" cy="420480"/>
            </a:xfrm>
          </p:grpSpPr>
          <p:sp>
            <p:nvSpPr>
              <p:cNvPr id="736" name="Google Shape;797;p16"/>
              <p:cNvSpPr/>
              <p:nvPr/>
            </p:nvSpPr>
            <p:spPr>
              <a:xfrm>
                <a:off x="15023160" y="769968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37" name="Google Shape;798;p16"/>
              <p:cNvSpPr/>
              <p:nvPr/>
            </p:nvSpPr>
            <p:spPr>
              <a:xfrm>
                <a:off x="15023160" y="757440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38" name="Google Shape;799;p16"/>
            <p:cNvGrpSpPr/>
            <p:nvPr/>
          </p:nvGrpSpPr>
          <p:grpSpPr>
            <a:xfrm>
              <a:off x="13246560" y="8706240"/>
              <a:ext cx="597960" cy="420480"/>
              <a:chOff x="13246560" y="8706240"/>
              <a:chExt cx="597960" cy="420480"/>
            </a:xfrm>
          </p:grpSpPr>
          <p:sp>
            <p:nvSpPr>
              <p:cNvPr id="739" name="Google Shape;800;p16"/>
              <p:cNvSpPr/>
              <p:nvPr/>
            </p:nvSpPr>
            <p:spPr>
              <a:xfrm>
                <a:off x="13246560" y="883152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40" name="Google Shape;801;p16"/>
              <p:cNvSpPr/>
              <p:nvPr/>
            </p:nvSpPr>
            <p:spPr>
              <a:xfrm>
                <a:off x="13246560" y="870624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41" name="Google Shape;802;p16"/>
            <p:cNvGrpSpPr/>
            <p:nvPr/>
          </p:nvGrpSpPr>
          <p:grpSpPr>
            <a:xfrm>
              <a:off x="15494760" y="7007760"/>
              <a:ext cx="597960" cy="420840"/>
              <a:chOff x="15494760" y="7007760"/>
              <a:chExt cx="597960" cy="420840"/>
            </a:xfrm>
          </p:grpSpPr>
          <p:sp>
            <p:nvSpPr>
              <p:cNvPr id="742" name="Google Shape;803;p16"/>
              <p:cNvSpPr/>
              <p:nvPr/>
            </p:nvSpPr>
            <p:spPr>
              <a:xfrm>
                <a:off x="15494760" y="713340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43" name="Google Shape;804;p16"/>
              <p:cNvSpPr/>
              <p:nvPr/>
            </p:nvSpPr>
            <p:spPr>
              <a:xfrm>
                <a:off x="15494760" y="700776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pic>
        <p:nvPicPr>
          <p:cNvPr id="744" name="" descr=""/>
          <p:cNvPicPr/>
          <p:nvPr/>
        </p:nvPicPr>
        <p:blipFill>
          <a:blip r:embed="rId1"/>
          <a:stretch/>
        </p:blipFill>
        <p:spPr>
          <a:xfrm>
            <a:off x="3657600" y="3677040"/>
            <a:ext cx="13498200" cy="135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6;p 1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746" name="Google Shape;747;p 1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747" name="Google Shape;748;p 1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48" name="Google Shape;749;p 1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49" name="Google Shape;750;p 1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750" name="Google Shape;751;p 1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51" name="Google Shape;752;p 1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752" name="Google Shape;753;p 1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753" name="Google Shape;754;p 1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754" name="Google Shape;755;p 1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55" name="Google Shape;756;p 1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56" name="Google Shape;757;p 1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757" name="Google Shape;758;p 1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58" name="Google Shape;759;p 1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59" name="Google Shape;760;p 1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760" name="Google Shape;761;p 1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61" name="Google Shape;762;p 1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762" name="Google Shape;771;p 1"/>
          <p:cNvSpPr/>
          <p:nvPr/>
        </p:nvSpPr>
        <p:spPr>
          <a:xfrm>
            <a:off x="979920" y="1414080"/>
            <a:ext cx="14336280" cy="8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5983b0"/>
                </a:solidFill>
                <a:latin typeface="Courier New"/>
                <a:ea typeface="Courier New"/>
              </a:rPr>
              <a:t>CLASE </a:t>
            </a:r>
            <a:r>
              <a:rPr b="0" lang="en-US" sz="4800" spc="-1" strike="noStrike">
                <a:solidFill>
                  <a:srgbClr val="158466"/>
                </a:solidFill>
                <a:latin typeface="Courier New"/>
                <a:ea typeface="Courier New"/>
              </a:rPr>
              <a:t>EMAIL_NOTIFICADOR</a:t>
            </a:r>
            <a:r>
              <a:rPr b="0" lang="en-US" sz="4800" spc="-1" strike="noStrike">
                <a:solidFill>
                  <a:srgbClr val="ffde59"/>
                </a:solidFill>
                <a:latin typeface="Courier New"/>
                <a:ea typeface="Courier New"/>
              </a:rPr>
              <a:t>(</a:t>
            </a:r>
            <a:r>
              <a:rPr b="0" lang="en-US" sz="4800" spc="-1" strike="noStrike">
                <a:solidFill>
                  <a:srgbClr val="158466"/>
                </a:solidFill>
                <a:latin typeface="Courier New"/>
                <a:ea typeface="Courier New"/>
              </a:rPr>
              <a:t>NOTIFICADOR</a:t>
            </a:r>
            <a:r>
              <a:rPr b="0" lang="en-US" sz="4800" spc="-1" strike="noStrike">
                <a:solidFill>
                  <a:srgbClr val="ffde59"/>
                </a:solidFill>
                <a:latin typeface="Courier New"/>
                <a:ea typeface="Courier New"/>
              </a:rPr>
              <a:t>)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Google Shape;773;p 1"/>
          <p:cNvSpPr/>
          <p:nvPr/>
        </p:nvSpPr>
        <p:spPr>
          <a:xfrm>
            <a:off x="1076040" y="2714760"/>
            <a:ext cx="12182760" cy="152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Hija de la clase notifcador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Utiliza la libreria </a:t>
            </a:r>
            <a:r>
              <a:rPr b="0" lang="en-US" sz="2400" spc="-1" strike="noStrike">
                <a:solidFill>
                  <a:srgbClr val="158466"/>
                </a:solidFill>
                <a:latin typeface="Roboto Mono"/>
                <a:ea typeface="Roboto Mono"/>
              </a:rPr>
              <a:t>smtplib</a:t>
            </a: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 para enviar correos electrónicos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64" name="Google Shape;774;p 1"/>
          <p:cNvGrpSpPr/>
          <p:nvPr/>
        </p:nvGrpSpPr>
        <p:grpSpPr>
          <a:xfrm>
            <a:off x="13246560" y="7007760"/>
            <a:ext cx="3916080" cy="2118960"/>
            <a:chOff x="13246560" y="7007760"/>
            <a:chExt cx="3916080" cy="2118960"/>
          </a:xfrm>
        </p:grpSpPr>
        <p:grpSp>
          <p:nvGrpSpPr>
            <p:cNvPr id="765" name="Google Shape;775;p 1"/>
            <p:cNvGrpSpPr/>
            <p:nvPr/>
          </p:nvGrpSpPr>
          <p:grpSpPr>
            <a:xfrm>
              <a:off x="15023160" y="8706240"/>
              <a:ext cx="2139120" cy="420480"/>
              <a:chOff x="15023160" y="8706240"/>
              <a:chExt cx="2139120" cy="420480"/>
            </a:xfrm>
          </p:grpSpPr>
          <p:sp>
            <p:nvSpPr>
              <p:cNvPr id="766" name="Google Shape;776;p 1"/>
              <p:cNvSpPr/>
              <p:nvPr/>
            </p:nvSpPr>
            <p:spPr>
              <a:xfrm>
                <a:off x="15023160" y="8831520"/>
                <a:ext cx="2139120" cy="295200"/>
              </a:xfrm>
              <a:custGeom>
                <a:avLst/>
                <a:gdLst>
                  <a:gd name="textAreaLeft" fmla="*/ 0 w 2139120"/>
                  <a:gd name="textAreaRight" fmla="*/ 2139480 w 213912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67" name="Google Shape;777;p 1"/>
              <p:cNvSpPr/>
              <p:nvPr/>
            </p:nvSpPr>
            <p:spPr>
              <a:xfrm>
                <a:off x="15023160" y="8706240"/>
                <a:ext cx="213912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68" name="Google Shape;778;p 1"/>
            <p:cNvGrpSpPr/>
            <p:nvPr/>
          </p:nvGrpSpPr>
          <p:grpSpPr>
            <a:xfrm>
              <a:off x="14749560" y="8140680"/>
              <a:ext cx="2413080" cy="420480"/>
              <a:chOff x="14749560" y="8140680"/>
              <a:chExt cx="2413080" cy="420480"/>
            </a:xfrm>
          </p:grpSpPr>
          <p:sp>
            <p:nvSpPr>
              <p:cNvPr id="769" name="Google Shape;779;p 1"/>
              <p:cNvSpPr/>
              <p:nvPr/>
            </p:nvSpPr>
            <p:spPr>
              <a:xfrm>
                <a:off x="14749560" y="8265960"/>
                <a:ext cx="2413080" cy="295200"/>
              </a:xfrm>
              <a:custGeom>
                <a:avLst/>
                <a:gdLst>
                  <a:gd name="textAreaLeft" fmla="*/ 0 w 2413080"/>
                  <a:gd name="textAreaRight" fmla="*/ 2413440 w 241308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70" name="Google Shape;780;p 1"/>
              <p:cNvSpPr/>
              <p:nvPr/>
            </p:nvSpPr>
            <p:spPr>
              <a:xfrm>
                <a:off x="14749560" y="8140680"/>
                <a:ext cx="241308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71" name="Google Shape;781;p 1"/>
            <p:cNvGrpSpPr/>
            <p:nvPr/>
          </p:nvGrpSpPr>
          <p:grpSpPr>
            <a:xfrm>
              <a:off x="14200560" y="7007760"/>
              <a:ext cx="1208160" cy="420840"/>
              <a:chOff x="14200560" y="7007760"/>
              <a:chExt cx="1208160" cy="420840"/>
            </a:xfrm>
          </p:grpSpPr>
          <p:sp>
            <p:nvSpPr>
              <p:cNvPr id="772" name="Google Shape;782;p 1"/>
              <p:cNvSpPr/>
              <p:nvPr/>
            </p:nvSpPr>
            <p:spPr>
              <a:xfrm>
                <a:off x="14200560" y="7133400"/>
                <a:ext cx="1208160" cy="295200"/>
              </a:xfrm>
              <a:custGeom>
                <a:avLst/>
                <a:gdLst>
                  <a:gd name="textAreaLeft" fmla="*/ 0 w 1208160"/>
                  <a:gd name="textAreaRight" fmla="*/ 1208520 w 12081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73" name="Google Shape;783;p 1"/>
              <p:cNvSpPr/>
              <p:nvPr/>
            </p:nvSpPr>
            <p:spPr>
              <a:xfrm>
                <a:off x="14200560" y="7007760"/>
                <a:ext cx="12081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74" name="Google Shape;784;p 1"/>
            <p:cNvGrpSpPr/>
            <p:nvPr/>
          </p:nvGrpSpPr>
          <p:grpSpPr>
            <a:xfrm>
              <a:off x="15688440" y="7574400"/>
              <a:ext cx="1474200" cy="420480"/>
              <a:chOff x="15688440" y="7574400"/>
              <a:chExt cx="1474200" cy="420480"/>
            </a:xfrm>
          </p:grpSpPr>
          <p:sp>
            <p:nvSpPr>
              <p:cNvPr id="775" name="Google Shape;785;p 1"/>
              <p:cNvSpPr/>
              <p:nvPr/>
            </p:nvSpPr>
            <p:spPr>
              <a:xfrm>
                <a:off x="15688440" y="7699680"/>
                <a:ext cx="1474200" cy="295200"/>
              </a:xfrm>
              <a:custGeom>
                <a:avLst/>
                <a:gdLst>
                  <a:gd name="textAreaLeft" fmla="*/ 0 w 1474200"/>
                  <a:gd name="textAreaRight" fmla="*/ 1474560 w 147420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76" name="Google Shape;786;p 1"/>
              <p:cNvSpPr/>
              <p:nvPr/>
            </p:nvSpPr>
            <p:spPr>
              <a:xfrm>
                <a:off x="15688440" y="7574400"/>
                <a:ext cx="147420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77" name="Google Shape;787;p 1"/>
            <p:cNvGrpSpPr/>
            <p:nvPr/>
          </p:nvGrpSpPr>
          <p:grpSpPr>
            <a:xfrm>
              <a:off x="16181280" y="7007760"/>
              <a:ext cx="981360" cy="420840"/>
              <a:chOff x="16181280" y="7007760"/>
              <a:chExt cx="981360" cy="420840"/>
            </a:xfrm>
          </p:grpSpPr>
          <p:sp>
            <p:nvSpPr>
              <p:cNvPr id="778" name="Google Shape;788;p 1"/>
              <p:cNvSpPr/>
              <p:nvPr/>
            </p:nvSpPr>
            <p:spPr>
              <a:xfrm>
                <a:off x="16181280" y="713340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79" name="Google Shape;789;p 1"/>
              <p:cNvSpPr/>
              <p:nvPr/>
            </p:nvSpPr>
            <p:spPr>
              <a:xfrm>
                <a:off x="16181280" y="700776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80" name="Google Shape;790;p 1"/>
            <p:cNvGrpSpPr/>
            <p:nvPr/>
          </p:nvGrpSpPr>
          <p:grpSpPr>
            <a:xfrm>
              <a:off x="13662000" y="8140680"/>
              <a:ext cx="981360" cy="420480"/>
              <a:chOff x="13662000" y="8140680"/>
              <a:chExt cx="981360" cy="420480"/>
            </a:xfrm>
          </p:grpSpPr>
          <p:sp>
            <p:nvSpPr>
              <p:cNvPr id="781" name="Google Shape;791;p 1"/>
              <p:cNvSpPr/>
              <p:nvPr/>
            </p:nvSpPr>
            <p:spPr>
              <a:xfrm>
                <a:off x="13662000" y="826596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2" name="Google Shape;792;p 1"/>
              <p:cNvSpPr/>
              <p:nvPr/>
            </p:nvSpPr>
            <p:spPr>
              <a:xfrm>
                <a:off x="13662000" y="814068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83" name="Google Shape;793;p 1"/>
            <p:cNvGrpSpPr/>
            <p:nvPr/>
          </p:nvGrpSpPr>
          <p:grpSpPr>
            <a:xfrm>
              <a:off x="13943520" y="8706240"/>
              <a:ext cx="981360" cy="420480"/>
              <a:chOff x="13943520" y="8706240"/>
              <a:chExt cx="981360" cy="420480"/>
            </a:xfrm>
          </p:grpSpPr>
          <p:sp>
            <p:nvSpPr>
              <p:cNvPr id="784" name="Google Shape;794;p 1"/>
              <p:cNvSpPr/>
              <p:nvPr/>
            </p:nvSpPr>
            <p:spPr>
              <a:xfrm>
                <a:off x="13943520" y="883152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5" name="Google Shape;795;p 1"/>
              <p:cNvSpPr/>
              <p:nvPr/>
            </p:nvSpPr>
            <p:spPr>
              <a:xfrm>
                <a:off x="13943520" y="870624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86" name="Google Shape;796;p 1"/>
            <p:cNvGrpSpPr/>
            <p:nvPr/>
          </p:nvGrpSpPr>
          <p:grpSpPr>
            <a:xfrm>
              <a:off x="15023160" y="7574400"/>
              <a:ext cx="597960" cy="420480"/>
              <a:chOff x="15023160" y="7574400"/>
              <a:chExt cx="597960" cy="420480"/>
            </a:xfrm>
          </p:grpSpPr>
          <p:sp>
            <p:nvSpPr>
              <p:cNvPr id="787" name="Google Shape;797;p 1"/>
              <p:cNvSpPr/>
              <p:nvPr/>
            </p:nvSpPr>
            <p:spPr>
              <a:xfrm>
                <a:off x="15023160" y="769968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88" name="Google Shape;798;p 1"/>
              <p:cNvSpPr/>
              <p:nvPr/>
            </p:nvSpPr>
            <p:spPr>
              <a:xfrm>
                <a:off x="15023160" y="757440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89" name="Google Shape;799;p 1"/>
            <p:cNvGrpSpPr/>
            <p:nvPr/>
          </p:nvGrpSpPr>
          <p:grpSpPr>
            <a:xfrm>
              <a:off x="13246560" y="8706240"/>
              <a:ext cx="597960" cy="420480"/>
              <a:chOff x="13246560" y="8706240"/>
              <a:chExt cx="597960" cy="420480"/>
            </a:xfrm>
          </p:grpSpPr>
          <p:sp>
            <p:nvSpPr>
              <p:cNvPr id="790" name="Google Shape;800;p 1"/>
              <p:cNvSpPr/>
              <p:nvPr/>
            </p:nvSpPr>
            <p:spPr>
              <a:xfrm>
                <a:off x="13246560" y="883152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91" name="Google Shape;801;p 1"/>
              <p:cNvSpPr/>
              <p:nvPr/>
            </p:nvSpPr>
            <p:spPr>
              <a:xfrm>
                <a:off x="13246560" y="870624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92" name="Google Shape;802;p 1"/>
            <p:cNvGrpSpPr/>
            <p:nvPr/>
          </p:nvGrpSpPr>
          <p:grpSpPr>
            <a:xfrm>
              <a:off x="15494760" y="7007760"/>
              <a:ext cx="597960" cy="420840"/>
              <a:chOff x="15494760" y="7007760"/>
              <a:chExt cx="597960" cy="420840"/>
            </a:xfrm>
          </p:grpSpPr>
          <p:sp>
            <p:nvSpPr>
              <p:cNvPr id="793" name="Google Shape;803;p 1"/>
              <p:cNvSpPr/>
              <p:nvPr/>
            </p:nvSpPr>
            <p:spPr>
              <a:xfrm>
                <a:off x="15494760" y="713340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794" name="Google Shape;804;p 1"/>
              <p:cNvSpPr/>
              <p:nvPr/>
            </p:nvSpPr>
            <p:spPr>
              <a:xfrm>
                <a:off x="15494760" y="700776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795" name="Google Shape;704;p 1"/>
          <p:cNvGrpSpPr/>
          <p:nvPr/>
        </p:nvGrpSpPr>
        <p:grpSpPr>
          <a:xfrm>
            <a:off x="914400" y="7772400"/>
            <a:ext cx="3359520" cy="1817640"/>
            <a:chOff x="914400" y="7772400"/>
            <a:chExt cx="3359520" cy="1817640"/>
          </a:xfrm>
        </p:grpSpPr>
        <p:grpSp>
          <p:nvGrpSpPr>
            <p:cNvPr id="796" name="Google Shape;705;p 1"/>
            <p:cNvGrpSpPr/>
            <p:nvPr/>
          </p:nvGrpSpPr>
          <p:grpSpPr>
            <a:xfrm>
              <a:off x="914400" y="7772400"/>
              <a:ext cx="1834920" cy="360720"/>
              <a:chOff x="914400" y="7772400"/>
              <a:chExt cx="1834920" cy="360720"/>
            </a:xfrm>
          </p:grpSpPr>
          <p:sp>
            <p:nvSpPr>
              <p:cNvPr id="797" name="Google Shape;706;p 1"/>
              <p:cNvSpPr/>
              <p:nvPr/>
            </p:nvSpPr>
            <p:spPr>
              <a:xfrm rot="10800000">
                <a:off x="914400" y="7772400"/>
                <a:ext cx="1834920" cy="253080"/>
              </a:xfrm>
              <a:custGeom>
                <a:avLst/>
                <a:gdLst>
                  <a:gd name="textAreaLeft" fmla="*/ 0 w 1834920"/>
                  <a:gd name="textAreaRight" fmla="*/ 1835280 w 183492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798" name="Google Shape;707;p 1"/>
              <p:cNvSpPr/>
              <p:nvPr/>
            </p:nvSpPr>
            <p:spPr>
              <a:xfrm rot="10800000">
                <a:off x="914400" y="7772400"/>
                <a:ext cx="183492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799" name="Google Shape;708;p 1"/>
            <p:cNvGrpSpPr/>
            <p:nvPr/>
          </p:nvGrpSpPr>
          <p:grpSpPr>
            <a:xfrm>
              <a:off x="914400" y="8257680"/>
              <a:ext cx="2070000" cy="360720"/>
              <a:chOff x="914400" y="8257680"/>
              <a:chExt cx="2070000" cy="360720"/>
            </a:xfrm>
          </p:grpSpPr>
          <p:sp>
            <p:nvSpPr>
              <p:cNvPr id="800" name="Google Shape;709;p 1"/>
              <p:cNvSpPr/>
              <p:nvPr/>
            </p:nvSpPr>
            <p:spPr>
              <a:xfrm rot="10800000">
                <a:off x="914400" y="8257680"/>
                <a:ext cx="2070000" cy="253080"/>
              </a:xfrm>
              <a:custGeom>
                <a:avLst/>
                <a:gdLst>
                  <a:gd name="textAreaLeft" fmla="*/ 0 w 2070000"/>
                  <a:gd name="textAreaRight" fmla="*/ 2070360 w 2070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01" name="Google Shape;710;p 1"/>
              <p:cNvSpPr/>
              <p:nvPr/>
            </p:nvSpPr>
            <p:spPr>
              <a:xfrm rot="10800000">
                <a:off x="914400" y="8257680"/>
                <a:ext cx="20700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02" name="Google Shape;711;p 1"/>
            <p:cNvGrpSpPr/>
            <p:nvPr/>
          </p:nvGrpSpPr>
          <p:grpSpPr>
            <a:xfrm>
              <a:off x="2418840" y="9229320"/>
              <a:ext cx="1036440" cy="360720"/>
              <a:chOff x="2418840" y="9229320"/>
              <a:chExt cx="1036440" cy="360720"/>
            </a:xfrm>
          </p:grpSpPr>
          <p:sp>
            <p:nvSpPr>
              <p:cNvPr id="803" name="Google Shape;712;p 1"/>
              <p:cNvSpPr/>
              <p:nvPr/>
            </p:nvSpPr>
            <p:spPr>
              <a:xfrm rot="10800000">
                <a:off x="2418840" y="9229320"/>
                <a:ext cx="1036440" cy="253080"/>
              </a:xfrm>
              <a:custGeom>
                <a:avLst/>
                <a:gdLst>
                  <a:gd name="textAreaLeft" fmla="*/ 0 w 1036440"/>
                  <a:gd name="textAreaRight" fmla="*/ 1036800 w 103644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04" name="Google Shape;713;p 1"/>
              <p:cNvSpPr/>
              <p:nvPr/>
            </p:nvSpPr>
            <p:spPr>
              <a:xfrm rot="10800000">
                <a:off x="2418840" y="9229320"/>
                <a:ext cx="103644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05" name="Google Shape;714;p 1"/>
            <p:cNvGrpSpPr/>
            <p:nvPr/>
          </p:nvGrpSpPr>
          <p:grpSpPr>
            <a:xfrm>
              <a:off x="914400" y="8743320"/>
              <a:ext cx="1264680" cy="360720"/>
              <a:chOff x="914400" y="8743320"/>
              <a:chExt cx="1264680" cy="360720"/>
            </a:xfrm>
          </p:grpSpPr>
          <p:sp>
            <p:nvSpPr>
              <p:cNvPr id="806" name="Google Shape;715;p 1"/>
              <p:cNvSpPr/>
              <p:nvPr/>
            </p:nvSpPr>
            <p:spPr>
              <a:xfrm rot="10800000">
                <a:off x="914400" y="8743680"/>
                <a:ext cx="1264680" cy="253080"/>
              </a:xfrm>
              <a:custGeom>
                <a:avLst/>
                <a:gdLst>
                  <a:gd name="textAreaLeft" fmla="*/ 0 w 1264680"/>
                  <a:gd name="textAreaRight" fmla="*/ 1265040 w 12646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07" name="Google Shape;716;p 1"/>
              <p:cNvSpPr/>
              <p:nvPr/>
            </p:nvSpPr>
            <p:spPr>
              <a:xfrm rot="10800000">
                <a:off x="914400" y="8743320"/>
                <a:ext cx="12646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08" name="Google Shape;717;p 1"/>
            <p:cNvGrpSpPr/>
            <p:nvPr/>
          </p:nvGrpSpPr>
          <p:grpSpPr>
            <a:xfrm>
              <a:off x="914400" y="9229320"/>
              <a:ext cx="841680" cy="360720"/>
              <a:chOff x="914400" y="9229320"/>
              <a:chExt cx="841680" cy="360720"/>
            </a:xfrm>
          </p:grpSpPr>
          <p:sp>
            <p:nvSpPr>
              <p:cNvPr id="809" name="Google Shape;718;p 1"/>
              <p:cNvSpPr/>
              <p:nvPr/>
            </p:nvSpPr>
            <p:spPr>
              <a:xfrm rot="10800000">
                <a:off x="914400" y="9229320"/>
                <a:ext cx="841680" cy="253080"/>
              </a:xfrm>
              <a:custGeom>
                <a:avLst/>
                <a:gdLst>
                  <a:gd name="textAreaLeft" fmla="*/ 0 w 841680"/>
                  <a:gd name="textAreaRight" fmla="*/ 842040 w 8416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10" name="Google Shape;719;p 1"/>
              <p:cNvSpPr/>
              <p:nvPr/>
            </p:nvSpPr>
            <p:spPr>
              <a:xfrm rot="10800000">
                <a:off x="914400" y="9229320"/>
                <a:ext cx="8416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11" name="Google Shape;720;p 1"/>
            <p:cNvGrpSpPr/>
            <p:nvPr/>
          </p:nvGrpSpPr>
          <p:grpSpPr>
            <a:xfrm>
              <a:off x="3075480" y="8257680"/>
              <a:ext cx="841680" cy="360720"/>
              <a:chOff x="3075480" y="8257680"/>
              <a:chExt cx="841680" cy="360720"/>
            </a:xfrm>
          </p:grpSpPr>
          <p:sp>
            <p:nvSpPr>
              <p:cNvPr id="812" name="Google Shape;721;p 1"/>
              <p:cNvSpPr/>
              <p:nvPr/>
            </p:nvSpPr>
            <p:spPr>
              <a:xfrm rot="10800000">
                <a:off x="3075480" y="8257680"/>
                <a:ext cx="841680" cy="253080"/>
              </a:xfrm>
              <a:custGeom>
                <a:avLst/>
                <a:gdLst>
                  <a:gd name="textAreaLeft" fmla="*/ 0 w 841680"/>
                  <a:gd name="textAreaRight" fmla="*/ 842040 w 8416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3" name="Google Shape;722;p 1"/>
              <p:cNvSpPr/>
              <p:nvPr/>
            </p:nvSpPr>
            <p:spPr>
              <a:xfrm rot="10800000">
                <a:off x="3075480" y="8257680"/>
                <a:ext cx="8416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14" name="Google Shape;723;p 1"/>
            <p:cNvGrpSpPr/>
            <p:nvPr/>
          </p:nvGrpSpPr>
          <p:grpSpPr>
            <a:xfrm>
              <a:off x="2833920" y="7772400"/>
              <a:ext cx="841680" cy="360720"/>
              <a:chOff x="2833920" y="7772400"/>
              <a:chExt cx="841680" cy="360720"/>
            </a:xfrm>
          </p:grpSpPr>
          <p:sp>
            <p:nvSpPr>
              <p:cNvPr id="815" name="Google Shape;724;p 1"/>
              <p:cNvSpPr/>
              <p:nvPr/>
            </p:nvSpPr>
            <p:spPr>
              <a:xfrm rot="10800000">
                <a:off x="2833920" y="7772400"/>
                <a:ext cx="841680" cy="253080"/>
              </a:xfrm>
              <a:custGeom>
                <a:avLst/>
                <a:gdLst>
                  <a:gd name="textAreaLeft" fmla="*/ 0 w 841680"/>
                  <a:gd name="textAreaRight" fmla="*/ 842040 w 84168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6" name="Google Shape;725;p 1"/>
              <p:cNvSpPr/>
              <p:nvPr/>
            </p:nvSpPr>
            <p:spPr>
              <a:xfrm rot="10800000">
                <a:off x="2833920" y="7772400"/>
                <a:ext cx="84168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17" name="Google Shape;726;p 1"/>
            <p:cNvGrpSpPr/>
            <p:nvPr/>
          </p:nvGrpSpPr>
          <p:grpSpPr>
            <a:xfrm>
              <a:off x="2236320" y="8743320"/>
              <a:ext cx="513000" cy="360720"/>
              <a:chOff x="2236320" y="8743320"/>
              <a:chExt cx="513000" cy="360720"/>
            </a:xfrm>
          </p:grpSpPr>
          <p:sp>
            <p:nvSpPr>
              <p:cNvPr id="818" name="Google Shape;727;p 1"/>
              <p:cNvSpPr/>
              <p:nvPr/>
            </p:nvSpPr>
            <p:spPr>
              <a:xfrm rot="10800000">
                <a:off x="2236320" y="8743680"/>
                <a:ext cx="513000" cy="253080"/>
              </a:xfrm>
              <a:custGeom>
                <a:avLst/>
                <a:gdLst>
                  <a:gd name="textAreaLeft" fmla="*/ 0 w 513000"/>
                  <a:gd name="textAreaRight" fmla="*/ 513360 w 513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19" name="Google Shape;728;p 1"/>
              <p:cNvSpPr/>
              <p:nvPr/>
            </p:nvSpPr>
            <p:spPr>
              <a:xfrm rot="10800000">
                <a:off x="2236320" y="8743320"/>
                <a:ext cx="5130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20" name="Google Shape;729;p 1"/>
            <p:cNvGrpSpPr/>
            <p:nvPr/>
          </p:nvGrpSpPr>
          <p:grpSpPr>
            <a:xfrm>
              <a:off x="3760920" y="7772400"/>
              <a:ext cx="513000" cy="360720"/>
              <a:chOff x="3760920" y="7772400"/>
              <a:chExt cx="513000" cy="360720"/>
            </a:xfrm>
          </p:grpSpPr>
          <p:sp>
            <p:nvSpPr>
              <p:cNvPr id="821" name="Google Shape;730;p 1"/>
              <p:cNvSpPr/>
              <p:nvPr/>
            </p:nvSpPr>
            <p:spPr>
              <a:xfrm rot="10800000">
                <a:off x="3760920" y="7772400"/>
                <a:ext cx="513000" cy="253080"/>
              </a:xfrm>
              <a:custGeom>
                <a:avLst/>
                <a:gdLst>
                  <a:gd name="textAreaLeft" fmla="*/ 0 w 513000"/>
                  <a:gd name="textAreaRight" fmla="*/ 513360 w 513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22" name="Google Shape;731;p 1"/>
              <p:cNvSpPr/>
              <p:nvPr/>
            </p:nvSpPr>
            <p:spPr>
              <a:xfrm rot="10800000">
                <a:off x="3760920" y="7772400"/>
                <a:ext cx="5130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23" name="Google Shape;732;p 1"/>
            <p:cNvGrpSpPr/>
            <p:nvPr/>
          </p:nvGrpSpPr>
          <p:grpSpPr>
            <a:xfrm>
              <a:off x="1832040" y="9229320"/>
              <a:ext cx="513000" cy="360720"/>
              <a:chOff x="1832040" y="9229320"/>
              <a:chExt cx="513000" cy="360720"/>
            </a:xfrm>
          </p:grpSpPr>
          <p:sp>
            <p:nvSpPr>
              <p:cNvPr id="824" name="Google Shape;733;p 1"/>
              <p:cNvSpPr/>
              <p:nvPr/>
            </p:nvSpPr>
            <p:spPr>
              <a:xfrm rot="10800000">
                <a:off x="1832040" y="9229320"/>
                <a:ext cx="513000" cy="253080"/>
              </a:xfrm>
              <a:custGeom>
                <a:avLst/>
                <a:gdLst>
                  <a:gd name="textAreaLeft" fmla="*/ 0 w 513000"/>
                  <a:gd name="textAreaRight" fmla="*/ 513360 w 513000"/>
                  <a:gd name="textAreaTop" fmla="*/ 0 h 253080"/>
                  <a:gd name="textAreaBottom" fmla="*/ 253440 h 2530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25" name="Google Shape;734;p 1"/>
              <p:cNvSpPr/>
              <p:nvPr/>
            </p:nvSpPr>
            <p:spPr>
              <a:xfrm rot="10800000">
                <a:off x="1832040" y="9229320"/>
                <a:ext cx="513000" cy="36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pic>
        <p:nvPicPr>
          <p:cNvPr id="826" name="" descr=""/>
          <p:cNvPicPr/>
          <p:nvPr/>
        </p:nvPicPr>
        <p:blipFill>
          <a:blip r:embed="rId1"/>
          <a:stretch/>
        </p:blipFill>
        <p:spPr>
          <a:xfrm>
            <a:off x="4210200" y="3801600"/>
            <a:ext cx="13498200" cy="587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" name="Google Shape;746;p 2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828" name="Google Shape;747;p 2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829" name="Google Shape;748;p 2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30" name="Google Shape;749;p 2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31" name="Google Shape;750;p 2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832" name="Google Shape;751;p 2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33" name="Google Shape;752;p 2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834" name="Google Shape;753;p 2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835" name="Google Shape;754;p 2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836" name="Google Shape;755;p 2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37" name="Google Shape;756;p 2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38" name="Google Shape;757;p 2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839" name="Google Shape;758;p 2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0" name="Google Shape;759;p 2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41" name="Google Shape;760;p 2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842" name="Google Shape;761;p 2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43" name="Google Shape;762;p 2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sp>
        <p:nvSpPr>
          <p:cNvPr id="844" name="Google Shape;771;p 2"/>
          <p:cNvSpPr/>
          <p:nvPr/>
        </p:nvSpPr>
        <p:spPr>
          <a:xfrm>
            <a:off x="979920" y="1414080"/>
            <a:ext cx="14336280" cy="8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5983b0"/>
                </a:solidFill>
                <a:latin typeface="Courier New"/>
                <a:ea typeface="Courier New"/>
              </a:rPr>
              <a:t>CLASE </a:t>
            </a:r>
            <a:r>
              <a:rPr b="0" lang="en-US" sz="4800" spc="-1" strike="noStrike">
                <a:solidFill>
                  <a:srgbClr val="158466"/>
                </a:solidFill>
                <a:latin typeface="Courier New"/>
                <a:ea typeface="Courier New"/>
              </a:rPr>
              <a:t>VOZ_NOTIFICADOR</a:t>
            </a:r>
            <a:r>
              <a:rPr b="0" lang="en-US" sz="4800" spc="-1" strike="noStrike">
                <a:solidFill>
                  <a:srgbClr val="ffde59"/>
                </a:solidFill>
                <a:latin typeface="Courier New"/>
                <a:ea typeface="Courier New"/>
              </a:rPr>
              <a:t>(</a:t>
            </a:r>
            <a:r>
              <a:rPr b="0" lang="en-US" sz="4800" spc="-1" strike="noStrike">
                <a:solidFill>
                  <a:srgbClr val="158466"/>
                </a:solidFill>
                <a:latin typeface="Courier New"/>
                <a:ea typeface="Courier New"/>
              </a:rPr>
              <a:t>NOTIFICADOR</a:t>
            </a:r>
            <a:r>
              <a:rPr b="0" lang="en-US" sz="4800" spc="-1" strike="noStrike">
                <a:solidFill>
                  <a:srgbClr val="ffde59"/>
                </a:solidFill>
                <a:latin typeface="Courier New"/>
                <a:ea typeface="Courier New"/>
              </a:rPr>
              <a:t>)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Google Shape;773;p 2"/>
          <p:cNvSpPr/>
          <p:nvPr/>
        </p:nvSpPr>
        <p:spPr>
          <a:xfrm>
            <a:off x="1076040" y="2714760"/>
            <a:ext cx="12182760" cy="152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Hija de la clase notifcador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Utiliza la libreria </a:t>
            </a:r>
            <a:r>
              <a:rPr b="0" lang="en-US" sz="2400" spc="-1" strike="noStrike">
                <a:solidFill>
                  <a:srgbClr val="158466"/>
                </a:solidFill>
                <a:latin typeface="Roboto Mono"/>
                <a:ea typeface="Roboto Mono"/>
              </a:rPr>
              <a:t>gTTS</a:t>
            </a: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 para crear archivos de audio.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846" name="Google Shape;774;p 2"/>
          <p:cNvGrpSpPr/>
          <p:nvPr/>
        </p:nvGrpSpPr>
        <p:grpSpPr>
          <a:xfrm>
            <a:off x="13246560" y="7007760"/>
            <a:ext cx="3916080" cy="2118960"/>
            <a:chOff x="13246560" y="7007760"/>
            <a:chExt cx="3916080" cy="2118960"/>
          </a:xfrm>
        </p:grpSpPr>
        <p:grpSp>
          <p:nvGrpSpPr>
            <p:cNvPr id="847" name="Google Shape;775;p 2"/>
            <p:cNvGrpSpPr/>
            <p:nvPr/>
          </p:nvGrpSpPr>
          <p:grpSpPr>
            <a:xfrm>
              <a:off x="15023160" y="8706240"/>
              <a:ext cx="2139120" cy="420480"/>
              <a:chOff x="15023160" y="8706240"/>
              <a:chExt cx="2139120" cy="420480"/>
            </a:xfrm>
          </p:grpSpPr>
          <p:sp>
            <p:nvSpPr>
              <p:cNvPr id="848" name="Google Shape;776;p 2"/>
              <p:cNvSpPr/>
              <p:nvPr/>
            </p:nvSpPr>
            <p:spPr>
              <a:xfrm>
                <a:off x="15023160" y="8831520"/>
                <a:ext cx="2139120" cy="295200"/>
              </a:xfrm>
              <a:custGeom>
                <a:avLst/>
                <a:gdLst>
                  <a:gd name="textAreaLeft" fmla="*/ 0 w 2139120"/>
                  <a:gd name="textAreaRight" fmla="*/ 2139480 w 213912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49" name="Google Shape;777;p 2"/>
              <p:cNvSpPr/>
              <p:nvPr/>
            </p:nvSpPr>
            <p:spPr>
              <a:xfrm>
                <a:off x="15023160" y="8706240"/>
                <a:ext cx="213912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50" name="Google Shape;778;p 2"/>
            <p:cNvGrpSpPr/>
            <p:nvPr/>
          </p:nvGrpSpPr>
          <p:grpSpPr>
            <a:xfrm>
              <a:off x="14749560" y="8140680"/>
              <a:ext cx="2413080" cy="420480"/>
              <a:chOff x="14749560" y="8140680"/>
              <a:chExt cx="2413080" cy="420480"/>
            </a:xfrm>
          </p:grpSpPr>
          <p:sp>
            <p:nvSpPr>
              <p:cNvPr id="851" name="Google Shape;779;p 2"/>
              <p:cNvSpPr/>
              <p:nvPr/>
            </p:nvSpPr>
            <p:spPr>
              <a:xfrm>
                <a:off x="14749560" y="8265960"/>
                <a:ext cx="2413080" cy="295200"/>
              </a:xfrm>
              <a:custGeom>
                <a:avLst/>
                <a:gdLst>
                  <a:gd name="textAreaLeft" fmla="*/ 0 w 2413080"/>
                  <a:gd name="textAreaRight" fmla="*/ 2413440 w 241308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52" name="Google Shape;780;p 2"/>
              <p:cNvSpPr/>
              <p:nvPr/>
            </p:nvSpPr>
            <p:spPr>
              <a:xfrm>
                <a:off x="14749560" y="8140680"/>
                <a:ext cx="241308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53" name="Google Shape;781;p 2"/>
            <p:cNvGrpSpPr/>
            <p:nvPr/>
          </p:nvGrpSpPr>
          <p:grpSpPr>
            <a:xfrm>
              <a:off x="14200560" y="7007760"/>
              <a:ext cx="1208160" cy="420840"/>
              <a:chOff x="14200560" y="7007760"/>
              <a:chExt cx="1208160" cy="420840"/>
            </a:xfrm>
          </p:grpSpPr>
          <p:sp>
            <p:nvSpPr>
              <p:cNvPr id="854" name="Google Shape;782;p 2"/>
              <p:cNvSpPr/>
              <p:nvPr/>
            </p:nvSpPr>
            <p:spPr>
              <a:xfrm>
                <a:off x="14200560" y="7133400"/>
                <a:ext cx="1208160" cy="295200"/>
              </a:xfrm>
              <a:custGeom>
                <a:avLst/>
                <a:gdLst>
                  <a:gd name="textAreaLeft" fmla="*/ 0 w 1208160"/>
                  <a:gd name="textAreaRight" fmla="*/ 1208520 w 12081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55" name="Google Shape;783;p 2"/>
              <p:cNvSpPr/>
              <p:nvPr/>
            </p:nvSpPr>
            <p:spPr>
              <a:xfrm>
                <a:off x="14200560" y="7007760"/>
                <a:ext cx="12081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56" name="Google Shape;784;p 2"/>
            <p:cNvGrpSpPr/>
            <p:nvPr/>
          </p:nvGrpSpPr>
          <p:grpSpPr>
            <a:xfrm>
              <a:off x="15688440" y="7574400"/>
              <a:ext cx="1474200" cy="420480"/>
              <a:chOff x="15688440" y="7574400"/>
              <a:chExt cx="1474200" cy="420480"/>
            </a:xfrm>
          </p:grpSpPr>
          <p:sp>
            <p:nvSpPr>
              <p:cNvPr id="857" name="Google Shape;785;p 2"/>
              <p:cNvSpPr/>
              <p:nvPr/>
            </p:nvSpPr>
            <p:spPr>
              <a:xfrm>
                <a:off x="15688440" y="7699680"/>
                <a:ext cx="1474200" cy="295200"/>
              </a:xfrm>
              <a:custGeom>
                <a:avLst/>
                <a:gdLst>
                  <a:gd name="textAreaLeft" fmla="*/ 0 w 1474200"/>
                  <a:gd name="textAreaRight" fmla="*/ 1474560 w 147420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58" name="Google Shape;786;p 2"/>
              <p:cNvSpPr/>
              <p:nvPr/>
            </p:nvSpPr>
            <p:spPr>
              <a:xfrm>
                <a:off x="15688440" y="7574400"/>
                <a:ext cx="147420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59" name="Google Shape;787;p 2"/>
            <p:cNvGrpSpPr/>
            <p:nvPr/>
          </p:nvGrpSpPr>
          <p:grpSpPr>
            <a:xfrm>
              <a:off x="16181280" y="7007760"/>
              <a:ext cx="981360" cy="420840"/>
              <a:chOff x="16181280" y="7007760"/>
              <a:chExt cx="981360" cy="420840"/>
            </a:xfrm>
          </p:grpSpPr>
          <p:sp>
            <p:nvSpPr>
              <p:cNvPr id="860" name="Google Shape;788;p 2"/>
              <p:cNvSpPr/>
              <p:nvPr/>
            </p:nvSpPr>
            <p:spPr>
              <a:xfrm>
                <a:off x="16181280" y="713340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61" name="Google Shape;789;p 2"/>
              <p:cNvSpPr/>
              <p:nvPr/>
            </p:nvSpPr>
            <p:spPr>
              <a:xfrm>
                <a:off x="16181280" y="700776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62" name="Google Shape;790;p 2"/>
            <p:cNvGrpSpPr/>
            <p:nvPr/>
          </p:nvGrpSpPr>
          <p:grpSpPr>
            <a:xfrm>
              <a:off x="13662000" y="8140680"/>
              <a:ext cx="981360" cy="420480"/>
              <a:chOff x="13662000" y="8140680"/>
              <a:chExt cx="981360" cy="420480"/>
            </a:xfrm>
          </p:grpSpPr>
          <p:sp>
            <p:nvSpPr>
              <p:cNvPr id="863" name="Google Shape;791;p 2"/>
              <p:cNvSpPr/>
              <p:nvPr/>
            </p:nvSpPr>
            <p:spPr>
              <a:xfrm>
                <a:off x="13662000" y="826596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64" name="Google Shape;792;p 2"/>
              <p:cNvSpPr/>
              <p:nvPr/>
            </p:nvSpPr>
            <p:spPr>
              <a:xfrm>
                <a:off x="13662000" y="814068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65" name="Google Shape;793;p 2"/>
            <p:cNvGrpSpPr/>
            <p:nvPr/>
          </p:nvGrpSpPr>
          <p:grpSpPr>
            <a:xfrm>
              <a:off x="13943520" y="8706240"/>
              <a:ext cx="981360" cy="420480"/>
              <a:chOff x="13943520" y="8706240"/>
              <a:chExt cx="981360" cy="420480"/>
            </a:xfrm>
          </p:grpSpPr>
          <p:sp>
            <p:nvSpPr>
              <p:cNvPr id="866" name="Google Shape;794;p 2"/>
              <p:cNvSpPr/>
              <p:nvPr/>
            </p:nvSpPr>
            <p:spPr>
              <a:xfrm>
                <a:off x="13943520" y="883152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67" name="Google Shape;795;p 2"/>
              <p:cNvSpPr/>
              <p:nvPr/>
            </p:nvSpPr>
            <p:spPr>
              <a:xfrm>
                <a:off x="13943520" y="870624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68" name="Google Shape;796;p 2"/>
            <p:cNvGrpSpPr/>
            <p:nvPr/>
          </p:nvGrpSpPr>
          <p:grpSpPr>
            <a:xfrm>
              <a:off x="15023160" y="7574400"/>
              <a:ext cx="597960" cy="420480"/>
              <a:chOff x="15023160" y="7574400"/>
              <a:chExt cx="597960" cy="420480"/>
            </a:xfrm>
          </p:grpSpPr>
          <p:sp>
            <p:nvSpPr>
              <p:cNvPr id="869" name="Google Shape;797;p 2"/>
              <p:cNvSpPr/>
              <p:nvPr/>
            </p:nvSpPr>
            <p:spPr>
              <a:xfrm>
                <a:off x="15023160" y="769968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70" name="Google Shape;798;p 2"/>
              <p:cNvSpPr/>
              <p:nvPr/>
            </p:nvSpPr>
            <p:spPr>
              <a:xfrm>
                <a:off x="15023160" y="757440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71" name="Google Shape;799;p 2"/>
            <p:cNvGrpSpPr/>
            <p:nvPr/>
          </p:nvGrpSpPr>
          <p:grpSpPr>
            <a:xfrm>
              <a:off x="13246560" y="8706240"/>
              <a:ext cx="597960" cy="420480"/>
              <a:chOff x="13246560" y="8706240"/>
              <a:chExt cx="597960" cy="420480"/>
            </a:xfrm>
          </p:grpSpPr>
          <p:sp>
            <p:nvSpPr>
              <p:cNvPr id="872" name="Google Shape;800;p 2"/>
              <p:cNvSpPr/>
              <p:nvPr/>
            </p:nvSpPr>
            <p:spPr>
              <a:xfrm>
                <a:off x="13246560" y="883152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73" name="Google Shape;801;p 2"/>
              <p:cNvSpPr/>
              <p:nvPr/>
            </p:nvSpPr>
            <p:spPr>
              <a:xfrm>
                <a:off x="13246560" y="870624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74" name="Google Shape;802;p 2"/>
            <p:cNvGrpSpPr/>
            <p:nvPr/>
          </p:nvGrpSpPr>
          <p:grpSpPr>
            <a:xfrm>
              <a:off x="15494760" y="7007760"/>
              <a:ext cx="597960" cy="420840"/>
              <a:chOff x="15494760" y="7007760"/>
              <a:chExt cx="597960" cy="420840"/>
            </a:xfrm>
          </p:grpSpPr>
          <p:sp>
            <p:nvSpPr>
              <p:cNvPr id="875" name="Google Shape;803;p 2"/>
              <p:cNvSpPr/>
              <p:nvPr/>
            </p:nvSpPr>
            <p:spPr>
              <a:xfrm>
                <a:off x="15494760" y="713340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76" name="Google Shape;804;p 2"/>
              <p:cNvSpPr/>
              <p:nvPr/>
            </p:nvSpPr>
            <p:spPr>
              <a:xfrm>
                <a:off x="15494760" y="700776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pic>
        <p:nvPicPr>
          <p:cNvPr id="877" name="" descr=""/>
          <p:cNvPicPr/>
          <p:nvPr/>
        </p:nvPicPr>
        <p:blipFill>
          <a:blip r:embed="rId1"/>
          <a:stretch/>
        </p:blipFill>
        <p:spPr>
          <a:xfrm>
            <a:off x="903600" y="4616640"/>
            <a:ext cx="13498200" cy="180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8" name="Google Shape;746;p 3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879" name="Google Shape;747;p 3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880" name="Google Shape;748;p 3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81" name="Google Shape;749;p 3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82" name="Google Shape;750;p 3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883" name="Google Shape;751;p 3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84" name="Google Shape;752;p 3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885" name="Google Shape;753;p 3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886" name="Google Shape;754;p 3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887" name="Google Shape;755;p 3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888" name="Google Shape;756;p 3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89" name="Google Shape;757;p 3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890" name="Google Shape;758;p 3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91" name="Google Shape;759;p 3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892" name="Google Shape;760;p 3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893" name="Google Shape;761;p 3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894" name="Google Shape;762;p 3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895" name="Google Shape;763;p 1"/>
          <p:cNvGrpSpPr/>
          <p:nvPr/>
        </p:nvGrpSpPr>
        <p:grpSpPr>
          <a:xfrm>
            <a:off x="1125360" y="1237320"/>
            <a:ext cx="15843960" cy="1663200"/>
            <a:chOff x="1125360" y="1237320"/>
            <a:chExt cx="15843960" cy="1663200"/>
          </a:xfrm>
        </p:grpSpPr>
        <p:sp>
          <p:nvSpPr>
            <p:cNvPr id="896" name="Google Shape;764;p 1"/>
            <p:cNvSpPr/>
            <p:nvPr/>
          </p:nvSpPr>
          <p:spPr>
            <a:xfrm>
              <a:off x="1125360" y="1404360"/>
              <a:ext cx="15843960" cy="1496160"/>
            </a:xfrm>
            <a:custGeom>
              <a:avLst/>
              <a:gdLst>
                <a:gd name="textAreaLeft" fmla="*/ 0 w 15843960"/>
                <a:gd name="textAreaRight" fmla="*/ 15844320 w 1584396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4517902" h="426740">
                  <a:moveTo>
                    <a:pt x="7818" y="0"/>
                  </a:moveTo>
                  <a:lnTo>
                    <a:pt x="4510084" y="0"/>
                  </a:lnTo>
                  <a:cubicBezTo>
                    <a:pt x="4514402" y="0"/>
                    <a:pt x="4517902" y="3500"/>
                    <a:pt x="4517902" y="7818"/>
                  </a:cubicBezTo>
                  <a:lnTo>
                    <a:pt x="4517902" y="418922"/>
                  </a:lnTo>
                  <a:cubicBezTo>
                    <a:pt x="4517902" y="423240"/>
                    <a:pt x="4514402" y="426740"/>
                    <a:pt x="4510084" y="426740"/>
                  </a:cubicBezTo>
                  <a:lnTo>
                    <a:pt x="7818" y="426740"/>
                  </a:lnTo>
                  <a:cubicBezTo>
                    <a:pt x="3500" y="426740"/>
                    <a:pt x="0" y="423240"/>
                    <a:pt x="0" y="418922"/>
                  </a:cubicBezTo>
                  <a:lnTo>
                    <a:pt x="0" y="7818"/>
                  </a:lnTo>
                  <a:cubicBezTo>
                    <a:pt x="0" y="3500"/>
                    <a:pt x="3500" y="0"/>
                    <a:pt x="7818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7" name="Google Shape;765;p 1"/>
            <p:cNvSpPr/>
            <p:nvPr/>
          </p:nvSpPr>
          <p:spPr>
            <a:xfrm>
              <a:off x="1125360" y="1237320"/>
              <a:ext cx="1584396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98" name="Google Shape;766;p 1"/>
          <p:cNvGrpSpPr/>
          <p:nvPr/>
        </p:nvGrpSpPr>
        <p:grpSpPr>
          <a:xfrm>
            <a:off x="1318320" y="1549440"/>
            <a:ext cx="15843960" cy="1663200"/>
            <a:chOff x="1318320" y="1549440"/>
            <a:chExt cx="15843960" cy="1663200"/>
          </a:xfrm>
        </p:grpSpPr>
        <p:sp>
          <p:nvSpPr>
            <p:cNvPr id="899" name="Google Shape;767;p 1"/>
            <p:cNvSpPr/>
            <p:nvPr/>
          </p:nvSpPr>
          <p:spPr>
            <a:xfrm>
              <a:off x="1318320" y="1716480"/>
              <a:ext cx="15843960" cy="1496160"/>
            </a:xfrm>
            <a:custGeom>
              <a:avLst/>
              <a:gdLst>
                <a:gd name="textAreaLeft" fmla="*/ 0 w 15843960"/>
                <a:gd name="textAreaRight" fmla="*/ 15844320 w 1584396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4517902" h="426740">
                  <a:moveTo>
                    <a:pt x="8795" y="0"/>
                  </a:moveTo>
                  <a:lnTo>
                    <a:pt x="4509107" y="0"/>
                  </a:lnTo>
                  <a:cubicBezTo>
                    <a:pt x="4511440" y="0"/>
                    <a:pt x="4513677" y="927"/>
                    <a:pt x="4515326" y="2576"/>
                  </a:cubicBezTo>
                  <a:cubicBezTo>
                    <a:pt x="4516975" y="4225"/>
                    <a:pt x="4517902" y="6463"/>
                    <a:pt x="4517902" y="8795"/>
                  </a:cubicBezTo>
                  <a:lnTo>
                    <a:pt x="4517902" y="417945"/>
                  </a:lnTo>
                  <a:cubicBezTo>
                    <a:pt x="4517902" y="420277"/>
                    <a:pt x="4516975" y="422515"/>
                    <a:pt x="4515326" y="424164"/>
                  </a:cubicBezTo>
                  <a:cubicBezTo>
                    <a:pt x="4513677" y="425813"/>
                    <a:pt x="4511440" y="426740"/>
                    <a:pt x="4509107" y="426740"/>
                  </a:cubicBezTo>
                  <a:lnTo>
                    <a:pt x="8795" y="426740"/>
                  </a:lnTo>
                  <a:cubicBezTo>
                    <a:pt x="6463" y="426740"/>
                    <a:pt x="4225" y="425813"/>
                    <a:pt x="2576" y="424164"/>
                  </a:cubicBezTo>
                  <a:cubicBezTo>
                    <a:pt x="927" y="422515"/>
                    <a:pt x="0" y="420277"/>
                    <a:pt x="0" y="417945"/>
                  </a:cubicBezTo>
                  <a:lnTo>
                    <a:pt x="0" y="8795"/>
                  </a:lnTo>
                  <a:cubicBezTo>
                    <a:pt x="0" y="6463"/>
                    <a:pt x="927" y="4225"/>
                    <a:pt x="2576" y="2576"/>
                  </a:cubicBezTo>
                  <a:cubicBezTo>
                    <a:pt x="4225" y="927"/>
                    <a:pt x="6463" y="0"/>
                    <a:pt x="8795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00" name="Google Shape;768;p 1"/>
            <p:cNvSpPr/>
            <p:nvPr/>
          </p:nvSpPr>
          <p:spPr>
            <a:xfrm>
              <a:off x="1318320" y="1549440"/>
              <a:ext cx="1584396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901" name="" descr=""/>
          <p:cNvPicPr/>
          <p:nvPr/>
        </p:nvPicPr>
        <p:blipFill>
          <a:blip r:embed="rId1"/>
          <a:stretch/>
        </p:blipFill>
        <p:spPr>
          <a:xfrm>
            <a:off x="613800" y="3338640"/>
            <a:ext cx="13498200" cy="6334560"/>
          </a:xfrm>
          <a:prstGeom prst="rect">
            <a:avLst/>
          </a:prstGeom>
          <a:ln w="0">
            <a:noFill/>
          </a:ln>
        </p:spPr>
      </p:pic>
      <p:sp>
        <p:nvSpPr>
          <p:cNvPr id="902" name="Google Shape;771;p 3"/>
          <p:cNvSpPr/>
          <p:nvPr/>
        </p:nvSpPr>
        <p:spPr>
          <a:xfrm>
            <a:off x="1894320" y="2100960"/>
            <a:ext cx="12278880" cy="8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5983b0"/>
                </a:solidFill>
                <a:latin typeface="Courier New"/>
                <a:ea typeface="Courier New"/>
              </a:rPr>
              <a:t>CLASE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4800" spc="-1" strike="noStrike">
                <a:solidFill>
                  <a:srgbClr val="158466"/>
                </a:solidFill>
                <a:latin typeface="Courier New"/>
                <a:ea typeface="Courier New"/>
              </a:rPr>
              <a:t>PRODUCTO</a:t>
            </a:r>
            <a:r>
              <a:rPr b="0" lang="en-US" sz="4800" spc="-1" strike="noStrike">
                <a:solidFill>
                  <a:srgbClr val="ffde59"/>
                </a:solidFill>
                <a:latin typeface="Courier New"/>
                <a:ea typeface="Courier New"/>
              </a:rPr>
              <a:t>()</a:t>
            </a:r>
            <a:r>
              <a:rPr b="0" lang="en-US" sz="48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Google Shape;773;p 3"/>
          <p:cNvSpPr/>
          <p:nvPr/>
        </p:nvSpPr>
        <p:spPr>
          <a:xfrm>
            <a:off x="7476840" y="3657600"/>
            <a:ext cx="6467760" cy="40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Clase padre de los productos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Utiliza </a:t>
            </a:r>
            <a:r>
              <a:rPr b="0" lang="en-US" sz="2400" spc="-1" strike="noStrike">
                <a:solidFill>
                  <a:srgbClr val="ffe994"/>
                </a:solidFill>
                <a:latin typeface="Roboto Mono"/>
                <a:ea typeface="Roboto Mono"/>
              </a:rPr>
              <a:t>@</a:t>
            </a:r>
            <a:r>
              <a:rPr b="0" lang="en-US" sz="2400" spc="-1" strike="noStrike">
                <a:solidFill>
                  <a:srgbClr val="158466"/>
                </a:solidFill>
                <a:latin typeface="Roboto Mono"/>
                <a:ea typeface="Roboto Mono"/>
              </a:rPr>
              <a:t>property</a:t>
            </a: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 y para crear un </a:t>
            </a:r>
            <a:r>
              <a:rPr b="0" lang="en-US" sz="2400" spc="-1" strike="noStrike">
                <a:solidFill>
                  <a:srgbClr val="ffe994"/>
                </a:solidFill>
                <a:latin typeface="Roboto Mono"/>
                <a:ea typeface="Roboto Mono"/>
              </a:rPr>
              <a:t>setter</a:t>
            </a: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 para detectar los cambios en stock</a:t>
            </a:r>
            <a:r>
              <a:rPr b="0" lang="en-US" sz="2400" spc="-1" strike="noStrike">
                <a:solidFill>
                  <a:srgbClr val="ffe994"/>
                </a:solidFill>
                <a:latin typeface="Roboto Mono"/>
                <a:ea typeface="Roboto Mono"/>
              </a:rPr>
              <a:t>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518040" indent="-259200">
              <a:lnSpc>
                <a:spcPct val="139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Envia las alertas y calcula el tiempo hasta que el stock se agote.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04" name="Google Shape;774;p 3"/>
          <p:cNvGrpSpPr/>
          <p:nvPr/>
        </p:nvGrpSpPr>
        <p:grpSpPr>
          <a:xfrm>
            <a:off x="13246560" y="7007760"/>
            <a:ext cx="3916080" cy="2118960"/>
            <a:chOff x="13246560" y="7007760"/>
            <a:chExt cx="3916080" cy="2118960"/>
          </a:xfrm>
        </p:grpSpPr>
        <p:grpSp>
          <p:nvGrpSpPr>
            <p:cNvPr id="905" name="Google Shape;775;p 3"/>
            <p:cNvGrpSpPr/>
            <p:nvPr/>
          </p:nvGrpSpPr>
          <p:grpSpPr>
            <a:xfrm>
              <a:off x="15023160" y="8706240"/>
              <a:ext cx="2139120" cy="420480"/>
              <a:chOff x="15023160" y="8706240"/>
              <a:chExt cx="2139120" cy="420480"/>
            </a:xfrm>
          </p:grpSpPr>
          <p:sp>
            <p:nvSpPr>
              <p:cNvPr id="906" name="Google Shape;776;p 3"/>
              <p:cNvSpPr/>
              <p:nvPr/>
            </p:nvSpPr>
            <p:spPr>
              <a:xfrm>
                <a:off x="15023160" y="8831520"/>
                <a:ext cx="2139120" cy="295200"/>
              </a:xfrm>
              <a:custGeom>
                <a:avLst/>
                <a:gdLst>
                  <a:gd name="textAreaLeft" fmla="*/ 0 w 2139120"/>
                  <a:gd name="textAreaRight" fmla="*/ 2139480 w 213912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07" name="Google Shape;777;p 3"/>
              <p:cNvSpPr/>
              <p:nvPr/>
            </p:nvSpPr>
            <p:spPr>
              <a:xfrm>
                <a:off x="15023160" y="8706240"/>
                <a:ext cx="213912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08" name="Google Shape;778;p 3"/>
            <p:cNvGrpSpPr/>
            <p:nvPr/>
          </p:nvGrpSpPr>
          <p:grpSpPr>
            <a:xfrm>
              <a:off x="14749560" y="8140680"/>
              <a:ext cx="2413080" cy="420480"/>
              <a:chOff x="14749560" y="8140680"/>
              <a:chExt cx="2413080" cy="420480"/>
            </a:xfrm>
          </p:grpSpPr>
          <p:sp>
            <p:nvSpPr>
              <p:cNvPr id="909" name="Google Shape;779;p 3"/>
              <p:cNvSpPr/>
              <p:nvPr/>
            </p:nvSpPr>
            <p:spPr>
              <a:xfrm>
                <a:off x="14749560" y="8265960"/>
                <a:ext cx="2413080" cy="295200"/>
              </a:xfrm>
              <a:custGeom>
                <a:avLst/>
                <a:gdLst>
                  <a:gd name="textAreaLeft" fmla="*/ 0 w 2413080"/>
                  <a:gd name="textAreaRight" fmla="*/ 2413440 w 241308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10" name="Google Shape;780;p 3"/>
              <p:cNvSpPr/>
              <p:nvPr/>
            </p:nvSpPr>
            <p:spPr>
              <a:xfrm>
                <a:off x="14749560" y="8140680"/>
                <a:ext cx="241308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11" name="Google Shape;781;p 3"/>
            <p:cNvGrpSpPr/>
            <p:nvPr/>
          </p:nvGrpSpPr>
          <p:grpSpPr>
            <a:xfrm>
              <a:off x="14200560" y="7007760"/>
              <a:ext cx="1208160" cy="420840"/>
              <a:chOff x="14200560" y="7007760"/>
              <a:chExt cx="1208160" cy="420840"/>
            </a:xfrm>
          </p:grpSpPr>
          <p:sp>
            <p:nvSpPr>
              <p:cNvPr id="912" name="Google Shape;782;p 3"/>
              <p:cNvSpPr/>
              <p:nvPr/>
            </p:nvSpPr>
            <p:spPr>
              <a:xfrm>
                <a:off x="14200560" y="7133400"/>
                <a:ext cx="1208160" cy="295200"/>
              </a:xfrm>
              <a:custGeom>
                <a:avLst/>
                <a:gdLst>
                  <a:gd name="textAreaLeft" fmla="*/ 0 w 1208160"/>
                  <a:gd name="textAreaRight" fmla="*/ 1208520 w 12081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13" name="Google Shape;783;p 3"/>
              <p:cNvSpPr/>
              <p:nvPr/>
            </p:nvSpPr>
            <p:spPr>
              <a:xfrm>
                <a:off x="14200560" y="7007760"/>
                <a:ext cx="12081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14" name="Google Shape;784;p 3"/>
            <p:cNvGrpSpPr/>
            <p:nvPr/>
          </p:nvGrpSpPr>
          <p:grpSpPr>
            <a:xfrm>
              <a:off x="15688440" y="7574400"/>
              <a:ext cx="1474200" cy="420480"/>
              <a:chOff x="15688440" y="7574400"/>
              <a:chExt cx="1474200" cy="420480"/>
            </a:xfrm>
          </p:grpSpPr>
          <p:sp>
            <p:nvSpPr>
              <p:cNvPr id="915" name="Google Shape;785;p 3"/>
              <p:cNvSpPr/>
              <p:nvPr/>
            </p:nvSpPr>
            <p:spPr>
              <a:xfrm>
                <a:off x="15688440" y="7699680"/>
                <a:ext cx="1474200" cy="295200"/>
              </a:xfrm>
              <a:custGeom>
                <a:avLst/>
                <a:gdLst>
                  <a:gd name="textAreaLeft" fmla="*/ 0 w 1474200"/>
                  <a:gd name="textAreaRight" fmla="*/ 1474560 w 147420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16" name="Google Shape;786;p 3"/>
              <p:cNvSpPr/>
              <p:nvPr/>
            </p:nvSpPr>
            <p:spPr>
              <a:xfrm>
                <a:off x="15688440" y="7574400"/>
                <a:ext cx="147420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17" name="Google Shape;787;p 3"/>
            <p:cNvGrpSpPr/>
            <p:nvPr/>
          </p:nvGrpSpPr>
          <p:grpSpPr>
            <a:xfrm>
              <a:off x="16181280" y="7007760"/>
              <a:ext cx="981360" cy="420840"/>
              <a:chOff x="16181280" y="7007760"/>
              <a:chExt cx="981360" cy="420840"/>
            </a:xfrm>
          </p:grpSpPr>
          <p:sp>
            <p:nvSpPr>
              <p:cNvPr id="918" name="Google Shape;788;p 3"/>
              <p:cNvSpPr/>
              <p:nvPr/>
            </p:nvSpPr>
            <p:spPr>
              <a:xfrm>
                <a:off x="16181280" y="713340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19" name="Google Shape;789;p 3"/>
              <p:cNvSpPr/>
              <p:nvPr/>
            </p:nvSpPr>
            <p:spPr>
              <a:xfrm>
                <a:off x="16181280" y="700776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20" name="Google Shape;790;p 3"/>
            <p:cNvGrpSpPr/>
            <p:nvPr/>
          </p:nvGrpSpPr>
          <p:grpSpPr>
            <a:xfrm>
              <a:off x="13662000" y="8140680"/>
              <a:ext cx="981360" cy="420480"/>
              <a:chOff x="13662000" y="8140680"/>
              <a:chExt cx="981360" cy="420480"/>
            </a:xfrm>
          </p:grpSpPr>
          <p:sp>
            <p:nvSpPr>
              <p:cNvPr id="921" name="Google Shape;791;p 3"/>
              <p:cNvSpPr/>
              <p:nvPr/>
            </p:nvSpPr>
            <p:spPr>
              <a:xfrm>
                <a:off x="13662000" y="826596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22" name="Google Shape;792;p 3"/>
              <p:cNvSpPr/>
              <p:nvPr/>
            </p:nvSpPr>
            <p:spPr>
              <a:xfrm>
                <a:off x="13662000" y="814068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23" name="Google Shape;793;p 3"/>
            <p:cNvGrpSpPr/>
            <p:nvPr/>
          </p:nvGrpSpPr>
          <p:grpSpPr>
            <a:xfrm>
              <a:off x="13943520" y="8706240"/>
              <a:ext cx="981360" cy="420480"/>
              <a:chOff x="13943520" y="8706240"/>
              <a:chExt cx="981360" cy="420480"/>
            </a:xfrm>
          </p:grpSpPr>
          <p:sp>
            <p:nvSpPr>
              <p:cNvPr id="924" name="Google Shape;794;p 3"/>
              <p:cNvSpPr/>
              <p:nvPr/>
            </p:nvSpPr>
            <p:spPr>
              <a:xfrm>
                <a:off x="13943520" y="8831520"/>
                <a:ext cx="981360" cy="295200"/>
              </a:xfrm>
              <a:custGeom>
                <a:avLst/>
                <a:gdLst>
                  <a:gd name="textAreaLeft" fmla="*/ 0 w 981360"/>
                  <a:gd name="textAreaRight" fmla="*/ 981720 w 9813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25" name="Google Shape;795;p 3"/>
              <p:cNvSpPr/>
              <p:nvPr/>
            </p:nvSpPr>
            <p:spPr>
              <a:xfrm>
                <a:off x="13943520" y="8706240"/>
                <a:ext cx="9813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26" name="Google Shape;796;p 3"/>
            <p:cNvGrpSpPr/>
            <p:nvPr/>
          </p:nvGrpSpPr>
          <p:grpSpPr>
            <a:xfrm>
              <a:off x="15023160" y="7574400"/>
              <a:ext cx="597960" cy="420480"/>
              <a:chOff x="15023160" y="7574400"/>
              <a:chExt cx="597960" cy="420480"/>
            </a:xfrm>
          </p:grpSpPr>
          <p:sp>
            <p:nvSpPr>
              <p:cNvPr id="927" name="Google Shape;797;p 3"/>
              <p:cNvSpPr/>
              <p:nvPr/>
            </p:nvSpPr>
            <p:spPr>
              <a:xfrm>
                <a:off x="15023160" y="769968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28" name="Google Shape;798;p 3"/>
              <p:cNvSpPr/>
              <p:nvPr/>
            </p:nvSpPr>
            <p:spPr>
              <a:xfrm>
                <a:off x="15023160" y="757440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29" name="Google Shape;799;p 3"/>
            <p:cNvGrpSpPr/>
            <p:nvPr/>
          </p:nvGrpSpPr>
          <p:grpSpPr>
            <a:xfrm>
              <a:off x="13246560" y="8706240"/>
              <a:ext cx="597960" cy="420480"/>
              <a:chOff x="13246560" y="8706240"/>
              <a:chExt cx="597960" cy="420480"/>
            </a:xfrm>
          </p:grpSpPr>
          <p:sp>
            <p:nvSpPr>
              <p:cNvPr id="930" name="Google Shape;800;p 3"/>
              <p:cNvSpPr/>
              <p:nvPr/>
            </p:nvSpPr>
            <p:spPr>
              <a:xfrm>
                <a:off x="13246560" y="883152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31" name="Google Shape;801;p 3"/>
              <p:cNvSpPr/>
              <p:nvPr/>
            </p:nvSpPr>
            <p:spPr>
              <a:xfrm>
                <a:off x="13246560" y="870624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32" name="Google Shape;802;p 3"/>
            <p:cNvGrpSpPr/>
            <p:nvPr/>
          </p:nvGrpSpPr>
          <p:grpSpPr>
            <a:xfrm>
              <a:off x="15494760" y="7007760"/>
              <a:ext cx="597960" cy="420840"/>
              <a:chOff x="15494760" y="7007760"/>
              <a:chExt cx="597960" cy="420840"/>
            </a:xfrm>
          </p:grpSpPr>
          <p:sp>
            <p:nvSpPr>
              <p:cNvPr id="933" name="Google Shape;803;p 3"/>
              <p:cNvSpPr/>
              <p:nvPr/>
            </p:nvSpPr>
            <p:spPr>
              <a:xfrm>
                <a:off x="15494760" y="7133400"/>
                <a:ext cx="597960" cy="295200"/>
              </a:xfrm>
              <a:custGeom>
                <a:avLst/>
                <a:gdLst>
                  <a:gd name="textAreaLeft" fmla="*/ 0 w 597960"/>
                  <a:gd name="textAreaRight" fmla="*/ 598320 w 59796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34" name="Google Shape;804;p 3"/>
              <p:cNvSpPr/>
              <p:nvPr/>
            </p:nvSpPr>
            <p:spPr>
              <a:xfrm>
                <a:off x="15494760" y="7007760"/>
                <a:ext cx="597960" cy="420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5" name="Google Shape;809;p17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936" name="Google Shape;810;p17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937" name="Google Shape;811;p17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38" name="Google Shape;812;p17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39" name="Google Shape;813;p17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940" name="Google Shape;814;p17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41" name="Google Shape;815;p17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942" name="Google Shape;816;p17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943" name="Google Shape;817;p17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944" name="Google Shape;818;p17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45" name="Google Shape;819;p17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46" name="Google Shape;820;p17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947" name="Google Shape;821;p17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48" name="Google Shape;822;p17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49" name="Google Shape;823;p17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950" name="Google Shape;824;p17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51" name="Google Shape;825;p17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952" name="Google Shape;826;p17"/>
          <p:cNvGrpSpPr/>
          <p:nvPr/>
        </p:nvGrpSpPr>
        <p:grpSpPr>
          <a:xfrm>
            <a:off x="1028880" y="3562200"/>
            <a:ext cx="2584800" cy="2428200"/>
            <a:chOff x="1028880" y="3562200"/>
            <a:chExt cx="2584800" cy="2428200"/>
          </a:xfrm>
        </p:grpSpPr>
        <p:sp>
          <p:nvSpPr>
            <p:cNvPr id="953" name="Google Shape;827;p17"/>
            <p:cNvSpPr/>
            <p:nvPr/>
          </p:nvSpPr>
          <p:spPr>
            <a:xfrm>
              <a:off x="1028880" y="3805920"/>
              <a:ext cx="2584800" cy="2184480"/>
            </a:xfrm>
            <a:custGeom>
              <a:avLst/>
              <a:gdLst>
                <a:gd name="textAreaLeft" fmla="*/ 0 w 2584800"/>
                <a:gd name="textAreaRight" fmla="*/ 2585160 w 2584800"/>
                <a:gd name="textAreaTop" fmla="*/ 0 h 2184480"/>
                <a:gd name="textAreaBottom" fmla="*/ 2184840 h 2184480"/>
              </a:gdLst>
              <a:ahLst/>
              <a:rect l="textAreaLeft" t="textAreaTop" r="textAreaRight" b="textAreaBottom"/>
              <a:pathLst>
                <a:path w="504890" h="426740">
                  <a:moveTo>
                    <a:pt x="47919" y="0"/>
                  </a:moveTo>
                  <a:lnTo>
                    <a:pt x="456971" y="0"/>
                  </a:lnTo>
                  <a:cubicBezTo>
                    <a:pt x="469680" y="0"/>
                    <a:pt x="481868" y="5049"/>
                    <a:pt x="490855" y="14035"/>
                  </a:cubicBezTo>
                  <a:cubicBezTo>
                    <a:pt x="499842" y="23022"/>
                    <a:pt x="504890" y="35210"/>
                    <a:pt x="504890" y="47919"/>
                  </a:cubicBezTo>
                  <a:lnTo>
                    <a:pt x="504890" y="378821"/>
                  </a:lnTo>
                  <a:cubicBezTo>
                    <a:pt x="504890" y="391530"/>
                    <a:pt x="499842" y="403718"/>
                    <a:pt x="490855" y="412705"/>
                  </a:cubicBezTo>
                  <a:cubicBezTo>
                    <a:pt x="481868" y="421691"/>
                    <a:pt x="469680" y="426740"/>
                    <a:pt x="456971" y="426740"/>
                  </a:cubicBezTo>
                  <a:lnTo>
                    <a:pt x="47919" y="426740"/>
                  </a:lnTo>
                  <a:cubicBezTo>
                    <a:pt x="35210" y="426740"/>
                    <a:pt x="23022" y="421691"/>
                    <a:pt x="14035" y="412705"/>
                  </a:cubicBezTo>
                  <a:cubicBezTo>
                    <a:pt x="5049" y="403718"/>
                    <a:pt x="0" y="391530"/>
                    <a:pt x="0" y="378821"/>
                  </a:cubicBezTo>
                  <a:lnTo>
                    <a:pt x="0" y="47919"/>
                  </a:lnTo>
                  <a:cubicBezTo>
                    <a:pt x="0" y="35210"/>
                    <a:pt x="5049" y="23022"/>
                    <a:pt x="14035" y="14035"/>
                  </a:cubicBezTo>
                  <a:cubicBezTo>
                    <a:pt x="23022" y="5049"/>
                    <a:pt x="35210" y="0"/>
                    <a:pt x="47919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4" name="Google Shape;828;p17"/>
            <p:cNvSpPr/>
            <p:nvPr/>
          </p:nvSpPr>
          <p:spPr>
            <a:xfrm>
              <a:off x="1028880" y="3562200"/>
              <a:ext cx="2584800" cy="242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55" name="Google Shape;832;p17"/>
          <p:cNvGrpSpPr/>
          <p:nvPr/>
        </p:nvGrpSpPr>
        <p:grpSpPr>
          <a:xfrm>
            <a:off x="1186560" y="3686760"/>
            <a:ext cx="2584800" cy="2428200"/>
            <a:chOff x="1186560" y="3686760"/>
            <a:chExt cx="2584800" cy="2428200"/>
          </a:xfrm>
        </p:grpSpPr>
        <p:sp>
          <p:nvSpPr>
            <p:cNvPr id="956" name="Google Shape;833;p17"/>
            <p:cNvSpPr/>
            <p:nvPr/>
          </p:nvSpPr>
          <p:spPr>
            <a:xfrm>
              <a:off x="1186560" y="3930480"/>
              <a:ext cx="2584800" cy="2184480"/>
            </a:xfrm>
            <a:custGeom>
              <a:avLst/>
              <a:gdLst>
                <a:gd name="textAreaLeft" fmla="*/ 0 w 2584800"/>
                <a:gd name="textAreaRight" fmla="*/ 2585160 w 2584800"/>
                <a:gd name="textAreaTop" fmla="*/ 0 h 2184480"/>
                <a:gd name="textAreaBottom" fmla="*/ 2184840 h 2184480"/>
              </a:gdLst>
              <a:ahLst/>
              <a:rect l="textAreaLeft" t="textAreaTop" r="textAreaRight" b="textAreaBottom"/>
              <a:pathLst>
                <a:path w="504890" h="426740">
                  <a:moveTo>
                    <a:pt x="53909" y="0"/>
                  </a:moveTo>
                  <a:lnTo>
                    <a:pt x="450981" y="0"/>
                  </a:lnTo>
                  <a:cubicBezTo>
                    <a:pt x="465279" y="0"/>
                    <a:pt x="478991" y="5680"/>
                    <a:pt x="489101" y="15790"/>
                  </a:cubicBezTo>
                  <a:cubicBezTo>
                    <a:pt x="499211" y="25900"/>
                    <a:pt x="504890" y="39612"/>
                    <a:pt x="504890" y="53909"/>
                  </a:cubicBezTo>
                  <a:lnTo>
                    <a:pt x="504890" y="372831"/>
                  </a:lnTo>
                  <a:cubicBezTo>
                    <a:pt x="504890" y="402604"/>
                    <a:pt x="480754" y="426740"/>
                    <a:pt x="450981" y="426740"/>
                  </a:cubicBezTo>
                  <a:lnTo>
                    <a:pt x="53909" y="426740"/>
                  </a:lnTo>
                  <a:cubicBezTo>
                    <a:pt x="39612" y="426740"/>
                    <a:pt x="25900" y="421060"/>
                    <a:pt x="15790" y="410950"/>
                  </a:cubicBezTo>
                  <a:cubicBezTo>
                    <a:pt x="5680" y="400841"/>
                    <a:pt x="0" y="387129"/>
                    <a:pt x="0" y="372831"/>
                  </a:cubicBezTo>
                  <a:lnTo>
                    <a:pt x="0" y="53909"/>
                  </a:lnTo>
                  <a:cubicBezTo>
                    <a:pt x="0" y="39612"/>
                    <a:pt x="5680" y="25900"/>
                    <a:pt x="15790" y="15790"/>
                  </a:cubicBezTo>
                  <a:cubicBezTo>
                    <a:pt x="25900" y="5680"/>
                    <a:pt x="39612" y="0"/>
                    <a:pt x="53909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7" name="Google Shape;834;p17"/>
            <p:cNvSpPr/>
            <p:nvPr/>
          </p:nvSpPr>
          <p:spPr>
            <a:xfrm>
              <a:off x="1186560" y="3686760"/>
              <a:ext cx="2584800" cy="2428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58" name="Google Shape;839;p17"/>
          <p:cNvSpPr/>
          <p:nvPr/>
        </p:nvSpPr>
        <p:spPr>
          <a:xfrm>
            <a:off x="1028880" y="6629400"/>
            <a:ext cx="3700080" cy="8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158466"/>
                </a:solidFill>
                <a:latin typeface="Courier New"/>
                <a:ea typeface="Courier New"/>
              </a:rPr>
              <a:t>PERECEDERO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Google Shape;840;p17"/>
          <p:cNvSpPr/>
          <p:nvPr/>
        </p:nvSpPr>
        <p:spPr>
          <a:xfrm>
            <a:off x="6604920" y="6881760"/>
            <a:ext cx="4139280" cy="81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158466"/>
                </a:solidFill>
                <a:latin typeface="Courier New"/>
                <a:ea typeface="Courier New"/>
              </a:rPr>
              <a:t>ELECTRÓNICO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Google Shape;841;p17"/>
          <p:cNvSpPr/>
          <p:nvPr/>
        </p:nvSpPr>
        <p:spPr>
          <a:xfrm>
            <a:off x="1028880" y="7689240"/>
            <a:ext cx="377064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No hace nada :v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Google Shape;842;p17"/>
          <p:cNvSpPr/>
          <p:nvPr/>
        </p:nvSpPr>
        <p:spPr>
          <a:xfrm>
            <a:off x="6570000" y="7806600"/>
            <a:ext cx="3770640" cy="5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No hace nada :v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962" name="Google Shape;843;p17"/>
          <p:cNvGrpSpPr/>
          <p:nvPr/>
        </p:nvGrpSpPr>
        <p:grpSpPr>
          <a:xfrm>
            <a:off x="11661120" y="6056640"/>
            <a:ext cx="5598000" cy="3029400"/>
            <a:chOff x="11661120" y="6056640"/>
            <a:chExt cx="5598000" cy="3029400"/>
          </a:xfrm>
        </p:grpSpPr>
        <p:grpSp>
          <p:nvGrpSpPr>
            <p:cNvPr id="963" name="Google Shape;844;p17"/>
            <p:cNvGrpSpPr/>
            <p:nvPr/>
          </p:nvGrpSpPr>
          <p:grpSpPr>
            <a:xfrm>
              <a:off x="14200920" y="8484480"/>
              <a:ext cx="3057840" cy="601560"/>
              <a:chOff x="14200920" y="8484480"/>
              <a:chExt cx="3057840" cy="601560"/>
            </a:xfrm>
          </p:grpSpPr>
          <p:sp>
            <p:nvSpPr>
              <p:cNvPr id="964" name="Google Shape;845;p17"/>
              <p:cNvSpPr/>
              <p:nvPr/>
            </p:nvSpPr>
            <p:spPr>
              <a:xfrm>
                <a:off x="14200920" y="8663760"/>
                <a:ext cx="3057840" cy="422280"/>
              </a:xfrm>
              <a:custGeom>
                <a:avLst/>
                <a:gdLst>
                  <a:gd name="textAreaLeft" fmla="*/ 0 w 3057840"/>
                  <a:gd name="textAreaRight" fmla="*/ 3058200 w 305784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812800" h="112302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65" name="Google Shape;846;p17"/>
              <p:cNvSpPr/>
              <p:nvPr/>
            </p:nvSpPr>
            <p:spPr>
              <a:xfrm>
                <a:off x="14200920" y="8484480"/>
                <a:ext cx="305784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66" name="Google Shape;847;p17"/>
            <p:cNvGrpSpPr/>
            <p:nvPr/>
          </p:nvGrpSpPr>
          <p:grpSpPr>
            <a:xfrm>
              <a:off x="13809600" y="7675920"/>
              <a:ext cx="3449520" cy="601560"/>
              <a:chOff x="13809600" y="7675920"/>
              <a:chExt cx="3449520" cy="601560"/>
            </a:xfrm>
          </p:grpSpPr>
          <p:sp>
            <p:nvSpPr>
              <p:cNvPr id="967" name="Google Shape;848;p17"/>
              <p:cNvSpPr/>
              <p:nvPr/>
            </p:nvSpPr>
            <p:spPr>
              <a:xfrm>
                <a:off x="13809600" y="7855200"/>
                <a:ext cx="3449520" cy="422280"/>
              </a:xfrm>
              <a:custGeom>
                <a:avLst/>
                <a:gdLst>
                  <a:gd name="textAreaLeft" fmla="*/ 0 w 3449520"/>
                  <a:gd name="textAreaRight" fmla="*/ 3449880 w 344952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916830" h="112302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68" name="Google Shape;849;p17"/>
              <p:cNvSpPr/>
              <p:nvPr/>
            </p:nvSpPr>
            <p:spPr>
              <a:xfrm>
                <a:off x="13809600" y="7675920"/>
                <a:ext cx="344952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69" name="Google Shape;850;p17"/>
            <p:cNvGrpSpPr/>
            <p:nvPr/>
          </p:nvGrpSpPr>
          <p:grpSpPr>
            <a:xfrm>
              <a:off x="13024800" y="6056640"/>
              <a:ext cx="1726920" cy="601560"/>
              <a:chOff x="13024800" y="6056640"/>
              <a:chExt cx="1726920" cy="601560"/>
            </a:xfrm>
          </p:grpSpPr>
          <p:sp>
            <p:nvSpPr>
              <p:cNvPr id="970" name="Google Shape;851;p17"/>
              <p:cNvSpPr/>
              <p:nvPr/>
            </p:nvSpPr>
            <p:spPr>
              <a:xfrm>
                <a:off x="13024800" y="6235920"/>
                <a:ext cx="1726920" cy="422280"/>
              </a:xfrm>
              <a:custGeom>
                <a:avLst/>
                <a:gdLst>
                  <a:gd name="textAreaLeft" fmla="*/ 0 w 1726920"/>
                  <a:gd name="textAreaRight" fmla="*/ 1727280 w 172692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459098" h="112302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71" name="Google Shape;852;p17"/>
              <p:cNvSpPr/>
              <p:nvPr/>
            </p:nvSpPr>
            <p:spPr>
              <a:xfrm>
                <a:off x="13024800" y="6056640"/>
                <a:ext cx="172692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72" name="Google Shape;853;p17"/>
            <p:cNvGrpSpPr/>
            <p:nvPr/>
          </p:nvGrpSpPr>
          <p:grpSpPr>
            <a:xfrm>
              <a:off x="15151680" y="6866280"/>
              <a:ext cx="2107440" cy="601560"/>
              <a:chOff x="15151680" y="6866280"/>
              <a:chExt cx="2107440" cy="601560"/>
            </a:xfrm>
          </p:grpSpPr>
          <p:sp>
            <p:nvSpPr>
              <p:cNvPr id="973" name="Google Shape;854;p17"/>
              <p:cNvSpPr/>
              <p:nvPr/>
            </p:nvSpPr>
            <p:spPr>
              <a:xfrm>
                <a:off x="15151680" y="7045560"/>
                <a:ext cx="2107440" cy="422280"/>
              </a:xfrm>
              <a:custGeom>
                <a:avLst/>
                <a:gdLst>
                  <a:gd name="textAreaLeft" fmla="*/ 0 w 2107440"/>
                  <a:gd name="textAreaRight" fmla="*/ 2107800 w 210744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560156" h="112302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74" name="Google Shape;855;p17"/>
              <p:cNvSpPr/>
              <p:nvPr/>
            </p:nvSpPr>
            <p:spPr>
              <a:xfrm>
                <a:off x="15151680" y="6866280"/>
                <a:ext cx="210744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75" name="Google Shape;856;p17"/>
            <p:cNvGrpSpPr/>
            <p:nvPr/>
          </p:nvGrpSpPr>
          <p:grpSpPr>
            <a:xfrm>
              <a:off x="15856200" y="6056640"/>
              <a:ext cx="1402920" cy="601560"/>
              <a:chOff x="15856200" y="6056640"/>
              <a:chExt cx="1402920" cy="601560"/>
            </a:xfrm>
          </p:grpSpPr>
          <p:sp>
            <p:nvSpPr>
              <p:cNvPr id="976" name="Google Shape;857;p17"/>
              <p:cNvSpPr/>
              <p:nvPr/>
            </p:nvSpPr>
            <p:spPr>
              <a:xfrm>
                <a:off x="15856200" y="6235920"/>
                <a:ext cx="1402920" cy="422280"/>
              </a:xfrm>
              <a:custGeom>
                <a:avLst/>
                <a:gdLst>
                  <a:gd name="textAreaLeft" fmla="*/ 0 w 1402920"/>
                  <a:gd name="textAreaRight" fmla="*/ 1403280 w 140292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77" name="Google Shape;858;p17"/>
              <p:cNvSpPr/>
              <p:nvPr/>
            </p:nvSpPr>
            <p:spPr>
              <a:xfrm>
                <a:off x="15856200" y="6056640"/>
                <a:ext cx="140292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78" name="Google Shape;859;p17"/>
            <p:cNvGrpSpPr/>
            <p:nvPr/>
          </p:nvGrpSpPr>
          <p:grpSpPr>
            <a:xfrm>
              <a:off x="12255120" y="7675920"/>
              <a:ext cx="1402920" cy="601560"/>
              <a:chOff x="12255120" y="7675920"/>
              <a:chExt cx="1402920" cy="601560"/>
            </a:xfrm>
          </p:grpSpPr>
          <p:sp>
            <p:nvSpPr>
              <p:cNvPr id="979" name="Google Shape;860;p17"/>
              <p:cNvSpPr/>
              <p:nvPr/>
            </p:nvSpPr>
            <p:spPr>
              <a:xfrm>
                <a:off x="12255120" y="7855200"/>
                <a:ext cx="1402920" cy="422280"/>
              </a:xfrm>
              <a:custGeom>
                <a:avLst/>
                <a:gdLst>
                  <a:gd name="textAreaLeft" fmla="*/ 0 w 1402920"/>
                  <a:gd name="textAreaRight" fmla="*/ 1403280 w 140292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80" name="Google Shape;861;p17"/>
              <p:cNvSpPr/>
              <p:nvPr/>
            </p:nvSpPr>
            <p:spPr>
              <a:xfrm>
                <a:off x="12255120" y="7675920"/>
                <a:ext cx="140292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81" name="Google Shape;862;p17"/>
            <p:cNvGrpSpPr/>
            <p:nvPr/>
          </p:nvGrpSpPr>
          <p:grpSpPr>
            <a:xfrm>
              <a:off x="12657600" y="8484480"/>
              <a:ext cx="1402920" cy="601560"/>
              <a:chOff x="12657600" y="8484480"/>
              <a:chExt cx="1402920" cy="601560"/>
            </a:xfrm>
          </p:grpSpPr>
          <p:sp>
            <p:nvSpPr>
              <p:cNvPr id="982" name="Google Shape;863;p17"/>
              <p:cNvSpPr/>
              <p:nvPr/>
            </p:nvSpPr>
            <p:spPr>
              <a:xfrm>
                <a:off x="12657600" y="8663760"/>
                <a:ext cx="1402920" cy="422280"/>
              </a:xfrm>
              <a:custGeom>
                <a:avLst/>
                <a:gdLst>
                  <a:gd name="textAreaLeft" fmla="*/ 0 w 1402920"/>
                  <a:gd name="textAreaRight" fmla="*/ 1403280 w 140292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372901" h="112302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83" name="Google Shape;864;p17"/>
              <p:cNvSpPr/>
              <p:nvPr/>
            </p:nvSpPr>
            <p:spPr>
              <a:xfrm>
                <a:off x="12657600" y="8484480"/>
                <a:ext cx="140292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84" name="Google Shape;865;p17"/>
            <p:cNvGrpSpPr/>
            <p:nvPr/>
          </p:nvGrpSpPr>
          <p:grpSpPr>
            <a:xfrm>
              <a:off x="14200920" y="6866280"/>
              <a:ext cx="854640" cy="601560"/>
              <a:chOff x="14200920" y="6866280"/>
              <a:chExt cx="854640" cy="601560"/>
            </a:xfrm>
          </p:grpSpPr>
          <p:sp>
            <p:nvSpPr>
              <p:cNvPr id="985" name="Google Shape;866;p17"/>
              <p:cNvSpPr/>
              <p:nvPr/>
            </p:nvSpPr>
            <p:spPr>
              <a:xfrm>
                <a:off x="14200920" y="7045560"/>
                <a:ext cx="854640" cy="422280"/>
              </a:xfrm>
              <a:custGeom>
                <a:avLst/>
                <a:gdLst>
                  <a:gd name="textAreaLeft" fmla="*/ 0 w 854640"/>
                  <a:gd name="textAreaRight" fmla="*/ 855000 w 85464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86" name="Google Shape;867;p17"/>
              <p:cNvSpPr/>
              <p:nvPr/>
            </p:nvSpPr>
            <p:spPr>
              <a:xfrm>
                <a:off x="14200920" y="6866280"/>
                <a:ext cx="85464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87" name="Google Shape;868;p17"/>
            <p:cNvGrpSpPr/>
            <p:nvPr/>
          </p:nvGrpSpPr>
          <p:grpSpPr>
            <a:xfrm>
              <a:off x="11661120" y="8484480"/>
              <a:ext cx="854640" cy="601560"/>
              <a:chOff x="11661120" y="8484480"/>
              <a:chExt cx="854640" cy="601560"/>
            </a:xfrm>
          </p:grpSpPr>
          <p:sp>
            <p:nvSpPr>
              <p:cNvPr id="988" name="Google Shape;869;p17"/>
              <p:cNvSpPr/>
              <p:nvPr/>
            </p:nvSpPr>
            <p:spPr>
              <a:xfrm>
                <a:off x="11661120" y="8663760"/>
                <a:ext cx="854640" cy="422280"/>
              </a:xfrm>
              <a:custGeom>
                <a:avLst/>
                <a:gdLst>
                  <a:gd name="textAreaLeft" fmla="*/ 0 w 854640"/>
                  <a:gd name="textAreaRight" fmla="*/ 855000 w 85464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989" name="Google Shape;870;p17"/>
              <p:cNvSpPr/>
              <p:nvPr/>
            </p:nvSpPr>
            <p:spPr>
              <a:xfrm>
                <a:off x="11661120" y="8484480"/>
                <a:ext cx="85464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990" name="Google Shape;871;p17"/>
            <p:cNvGrpSpPr/>
            <p:nvPr/>
          </p:nvGrpSpPr>
          <p:grpSpPr>
            <a:xfrm>
              <a:off x="14875200" y="6056640"/>
              <a:ext cx="854640" cy="601560"/>
              <a:chOff x="14875200" y="6056640"/>
              <a:chExt cx="854640" cy="601560"/>
            </a:xfrm>
          </p:grpSpPr>
          <p:sp>
            <p:nvSpPr>
              <p:cNvPr id="991" name="Google Shape;872;p17"/>
              <p:cNvSpPr/>
              <p:nvPr/>
            </p:nvSpPr>
            <p:spPr>
              <a:xfrm>
                <a:off x="14875200" y="6235920"/>
                <a:ext cx="854640" cy="422280"/>
              </a:xfrm>
              <a:custGeom>
                <a:avLst/>
                <a:gdLst>
                  <a:gd name="textAreaLeft" fmla="*/ 0 w 854640"/>
                  <a:gd name="textAreaRight" fmla="*/ 855000 w 854640"/>
                  <a:gd name="textAreaTop" fmla="*/ 0 h 422280"/>
                  <a:gd name="textAreaBottom" fmla="*/ 422640 h 422280"/>
                </a:gdLst>
                <a:ahLst/>
                <a:rect l="textAreaLeft" t="textAreaTop" r="textAreaRight" b="textAreaBottom"/>
                <a:pathLst>
                  <a:path w="227259" h="112302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992" name="Google Shape;873;p17"/>
              <p:cNvSpPr/>
              <p:nvPr/>
            </p:nvSpPr>
            <p:spPr>
              <a:xfrm>
                <a:off x="14875200" y="6056640"/>
                <a:ext cx="854640" cy="60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pic>
        <p:nvPicPr>
          <p:cNvPr id="993" name="Google Shape;874;p17" descr=""/>
          <p:cNvPicPr/>
          <p:nvPr/>
        </p:nvPicPr>
        <p:blipFill>
          <a:blip r:embed="rId1"/>
          <a:stretch/>
        </p:blipFill>
        <p:spPr>
          <a:xfrm>
            <a:off x="1667880" y="4141080"/>
            <a:ext cx="1622520" cy="1667520"/>
          </a:xfrm>
          <a:prstGeom prst="rect">
            <a:avLst/>
          </a:prstGeom>
          <a:ln w="0">
            <a:noFill/>
          </a:ln>
        </p:spPr>
      </p:pic>
      <p:pic>
        <p:nvPicPr>
          <p:cNvPr id="994" name="" descr=""/>
          <p:cNvPicPr/>
          <p:nvPr/>
        </p:nvPicPr>
        <p:blipFill>
          <a:blip r:embed="rId2"/>
          <a:stretch/>
        </p:blipFill>
        <p:spPr>
          <a:xfrm>
            <a:off x="4104000" y="3448080"/>
            <a:ext cx="13498200" cy="2495520"/>
          </a:xfrm>
          <a:prstGeom prst="rect">
            <a:avLst/>
          </a:prstGeom>
          <a:ln w="0">
            <a:noFill/>
          </a:ln>
        </p:spPr>
      </p:pic>
      <p:grpSp>
        <p:nvGrpSpPr>
          <p:cNvPr id="995" name="Google Shape;766;p 2"/>
          <p:cNvGrpSpPr/>
          <p:nvPr/>
        </p:nvGrpSpPr>
        <p:grpSpPr>
          <a:xfrm>
            <a:off x="1318320" y="1557000"/>
            <a:ext cx="15843960" cy="1663200"/>
            <a:chOff x="1318320" y="1557000"/>
            <a:chExt cx="15843960" cy="1663200"/>
          </a:xfrm>
        </p:grpSpPr>
        <p:sp>
          <p:nvSpPr>
            <p:cNvPr id="996" name="Google Shape;767;p 2"/>
            <p:cNvSpPr/>
            <p:nvPr/>
          </p:nvSpPr>
          <p:spPr>
            <a:xfrm>
              <a:off x="1318320" y="1724040"/>
              <a:ext cx="15843960" cy="1496160"/>
            </a:xfrm>
            <a:custGeom>
              <a:avLst/>
              <a:gdLst>
                <a:gd name="textAreaLeft" fmla="*/ 0 w 15843960"/>
                <a:gd name="textAreaRight" fmla="*/ 15844320 w 1584396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4517902" h="426740">
                  <a:moveTo>
                    <a:pt x="8795" y="0"/>
                  </a:moveTo>
                  <a:lnTo>
                    <a:pt x="4509107" y="0"/>
                  </a:lnTo>
                  <a:cubicBezTo>
                    <a:pt x="4511440" y="0"/>
                    <a:pt x="4513677" y="927"/>
                    <a:pt x="4515326" y="2576"/>
                  </a:cubicBezTo>
                  <a:cubicBezTo>
                    <a:pt x="4516975" y="4225"/>
                    <a:pt x="4517902" y="6463"/>
                    <a:pt x="4517902" y="8795"/>
                  </a:cubicBezTo>
                  <a:lnTo>
                    <a:pt x="4517902" y="417945"/>
                  </a:lnTo>
                  <a:cubicBezTo>
                    <a:pt x="4517902" y="420277"/>
                    <a:pt x="4516975" y="422515"/>
                    <a:pt x="4515326" y="424164"/>
                  </a:cubicBezTo>
                  <a:cubicBezTo>
                    <a:pt x="4513677" y="425813"/>
                    <a:pt x="4511440" y="426740"/>
                    <a:pt x="4509107" y="426740"/>
                  </a:cubicBezTo>
                  <a:lnTo>
                    <a:pt x="8795" y="426740"/>
                  </a:lnTo>
                  <a:cubicBezTo>
                    <a:pt x="6463" y="426740"/>
                    <a:pt x="4225" y="425813"/>
                    <a:pt x="2576" y="424164"/>
                  </a:cubicBezTo>
                  <a:cubicBezTo>
                    <a:pt x="927" y="422515"/>
                    <a:pt x="0" y="420277"/>
                    <a:pt x="0" y="417945"/>
                  </a:cubicBezTo>
                  <a:lnTo>
                    <a:pt x="0" y="8795"/>
                  </a:lnTo>
                  <a:cubicBezTo>
                    <a:pt x="0" y="6463"/>
                    <a:pt x="927" y="4225"/>
                    <a:pt x="2576" y="2576"/>
                  </a:cubicBezTo>
                  <a:cubicBezTo>
                    <a:pt x="4225" y="927"/>
                    <a:pt x="6463" y="0"/>
                    <a:pt x="8795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7" name="Google Shape;768;p 2"/>
            <p:cNvSpPr/>
            <p:nvPr/>
          </p:nvSpPr>
          <p:spPr>
            <a:xfrm>
              <a:off x="1318320" y="1557000"/>
              <a:ext cx="1584396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98" name="Google Shape;771;p 4"/>
          <p:cNvSpPr/>
          <p:nvPr/>
        </p:nvSpPr>
        <p:spPr>
          <a:xfrm>
            <a:off x="1884960" y="2100960"/>
            <a:ext cx="14802840" cy="8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5983b0"/>
                </a:solidFill>
                <a:latin typeface="Courier New"/>
                <a:ea typeface="Courier New"/>
              </a:rPr>
              <a:t>CLASES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4500" spc="-1" strike="noStrike">
                <a:solidFill>
                  <a:srgbClr val="158466"/>
                </a:solidFill>
                <a:latin typeface="Courier New"/>
                <a:ea typeface="Courier New"/>
              </a:rPr>
              <a:t>PRODUCTO PERECEDERO Y ELECTRÓNICO</a:t>
            </a:r>
            <a:r>
              <a:rPr b="0" lang="en-US" sz="4500" spc="-1" strike="noStrike">
                <a:solidFill>
                  <a:srgbClr val="ffde59"/>
                </a:solidFill>
                <a:latin typeface="Courier New"/>
                <a:ea typeface="Courier New"/>
              </a:rPr>
              <a:t>()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9" name="Google Shape;880;p18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1000" name="Google Shape;881;p18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1001" name="Google Shape;882;p18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02" name="Google Shape;883;p18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03" name="Google Shape;884;p18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1004" name="Google Shape;885;p18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05" name="Google Shape;886;p18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1006" name="Google Shape;887;p18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1007" name="Google Shape;888;p18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008" name="Google Shape;889;p18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09" name="Google Shape;890;p18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10" name="Google Shape;891;p18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011" name="Google Shape;892;p18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2" name="Google Shape;893;p18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13" name="Google Shape;894;p18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014" name="Google Shape;895;p18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15" name="Google Shape;896;p18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1016" name="Google Shape;897;p18"/>
          <p:cNvGrpSpPr/>
          <p:nvPr/>
        </p:nvGrpSpPr>
        <p:grpSpPr>
          <a:xfrm>
            <a:off x="1125360" y="1468080"/>
            <a:ext cx="15843960" cy="1663200"/>
            <a:chOff x="1125360" y="1468080"/>
            <a:chExt cx="15843960" cy="1663200"/>
          </a:xfrm>
        </p:grpSpPr>
        <p:sp>
          <p:nvSpPr>
            <p:cNvPr id="1017" name="Google Shape;898;p18"/>
            <p:cNvSpPr/>
            <p:nvPr/>
          </p:nvSpPr>
          <p:spPr>
            <a:xfrm>
              <a:off x="1125360" y="1635120"/>
              <a:ext cx="15843960" cy="1496160"/>
            </a:xfrm>
            <a:custGeom>
              <a:avLst/>
              <a:gdLst>
                <a:gd name="textAreaLeft" fmla="*/ 0 w 15843960"/>
                <a:gd name="textAreaRight" fmla="*/ 15844320 w 1584396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4517902" h="426740">
                  <a:moveTo>
                    <a:pt x="7818" y="0"/>
                  </a:moveTo>
                  <a:lnTo>
                    <a:pt x="4510084" y="0"/>
                  </a:lnTo>
                  <a:cubicBezTo>
                    <a:pt x="4514402" y="0"/>
                    <a:pt x="4517902" y="3500"/>
                    <a:pt x="4517902" y="7818"/>
                  </a:cubicBezTo>
                  <a:lnTo>
                    <a:pt x="4517902" y="418922"/>
                  </a:lnTo>
                  <a:cubicBezTo>
                    <a:pt x="4517902" y="423240"/>
                    <a:pt x="4514402" y="426740"/>
                    <a:pt x="4510084" y="426740"/>
                  </a:cubicBezTo>
                  <a:lnTo>
                    <a:pt x="7818" y="426740"/>
                  </a:lnTo>
                  <a:cubicBezTo>
                    <a:pt x="3500" y="426740"/>
                    <a:pt x="0" y="423240"/>
                    <a:pt x="0" y="418922"/>
                  </a:cubicBezTo>
                  <a:lnTo>
                    <a:pt x="0" y="7818"/>
                  </a:lnTo>
                  <a:cubicBezTo>
                    <a:pt x="0" y="3500"/>
                    <a:pt x="3500" y="0"/>
                    <a:pt x="7818" y="0"/>
                  </a:cubicBezTo>
                  <a:close/>
                </a:path>
              </a:pathLst>
            </a:custGeom>
            <a:solidFill>
              <a:srgbClr val="8c52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8" name="Google Shape;899;p18"/>
            <p:cNvSpPr/>
            <p:nvPr/>
          </p:nvSpPr>
          <p:spPr>
            <a:xfrm>
              <a:off x="1125360" y="1468080"/>
              <a:ext cx="1584396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19" name="Google Shape;900;p18"/>
          <p:cNvGrpSpPr/>
          <p:nvPr/>
        </p:nvGrpSpPr>
        <p:grpSpPr>
          <a:xfrm>
            <a:off x="1318320" y="1780200"/>
            <a:ext cx="15843960" cy="1663200"/>
            <a:chOff x="1318320" y="1780200"/>
            <a:chExt cx="15843960" cy="1663200"/>
          </a:xfrm>
        </p:grpSpPr>
        <p:sp>
          <p:nvSpPr>
            <p:cNvPr id="1020" name="Google Shape;901;p18"/>
            <p:cNvSpPr/>
            <p:nvPr/>
          </p:nvSpPr>
          <p:spPr>
            <a:xfrm>
              <a:off x="1318320" y="1947240"/>
              <a:ext cx="15843960" cy="1496160"/>
            </a:xfrm>
            <a:custGeom>
              <a:avLst/>
              <a:gdLst>
                <a:gd name="textAreaLeft" fmla="*/ 0 w 15843960"/>
                <a:gd name="textAreaRight" fmla="*/ 15844320 w 1584396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4517902" h="426740">
                  <a:moveTo>
                    <a:pt x="8795" y="0"/>
                  </a:moveTo>
                  <a:lnTo>
                    <a:pt x="4509107" y="0"/>
                  </a:lnTo>
                  <a:cubicBezTo>
                    <a:pt x="4511440" y="0"/>
                    <a:pt x="4513677" y="927"/>
                    <a:pt x="4515326" y="2576"/>
                  </a:cubicBezTo>
                  <a:cubicBezTo>
                    <a:pt x="4516975" y="4225"/>
                    <a:pt x="4517902" y="6463"/>
                    <a:pt x="4517902" y="8795"/>
                  </a:cubicBezTo>
                  <a:lnTo>
                    <a:pt x="4517902" y="417945"/>
                  </a:lnTo>
                  <a:cubicBezTo>
                    <a:pt x="4517902" y="420277"/>
                    <a:pt x="4516975" y="422515"/>
                    <a:pt x="4515326" y="424164"/>
                  </a:cubicBezTo>
                  <a:cubicBezTo>
                    <a:pt x="4513677" y="425813"/>
                    <a:pt x="4511440" y="426740"/>
                    <a:pt x="4509107" y="426740"/>
                  </a:cubicBezTo>
                  <a:lnTo>
                    <a:pt x="8795" y="426740"/>
                  </a:lnTo>
                  <a:cubicBezTo>
                    <a:pt x="6463" y="426740"/>
                    <a:pt x="4225" y="425813"/>
                    <a:pt x="2576" y="424164"/>
                  </a:cubicBezTo>
                  <a:cubicBezTo>
                    <a:pt x="927" y="422515"/>
                    <a:pt x="0" y="420277"/>
                    <a:pt x="0" y="417945"/>
                  </a:cubicBezTo>
                  <a:lnTo>
                    <a:pt x="0" y="8795"/>
                  </a:lnTo>
                  <a:cubicBezTo>
                    <a:pt x="0" y="6463"/>
                    <a:pt x="927" y="4225"/>
                    <a:pt x="2576" y="2576"/>
                  </a:cubicBezTo>
                  <a:cubicBezTo>
                    <a:pt x="4225" y="927"/>
                    <a:pt x="6463" y="0"/>
                    <a:pt x="8795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1" name="Google Shape;902;p18"/>
            <p:cNvSpPr/>
            <p:nvPr/>
          </p:nvSpPr>
          <p:spPr>
            <a:xfrm>
              <a:off x="1318320" y="1780200"/>
              <a:ext cx="1584396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22" name="Google Shape;903;p18"/>
          <p:cNvSpPr/>
          <p:nvPr/>
        </p:nvSpPr>
        <p:spPr>
          <a:xfrm>
            <a:off x="1715400" y="1874160"/>
            <a:ext cx="13761000" cy="15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8630" spc="-1" strike="noStrike">
                <a:solidFill>
                  <a:srgbClr val="5983b0"/>
                </a:solidFill>
                <a:latin typeface="Courier New"/>
                <a:ea typeface="Courier New"/>
              </a:rPr>
              <a:t>3.</a:t>
            </a:r>
            <a:r>
              <a:rPr b="0" lang="en-US" sz="863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8630" spc="-1" strike="noStrike">
                <a:solidFill>
                  <a:srgbClr val="ffe994"/>
                </a:solidFill>
                <a:latin typeface="Courier New"/>
                <a:ea typeface="Courier New"/>
              </a:rPr>
              <a:t>FUNCIONES</a:t>
            </a:r>
            <a:endParaRPr b="0" lang="en-US" sz="86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Google Shape;904;p18"/>
          <p:cNvSpPr/>
          <p:nvPr/>
        </p:nvSpPr>
        <p:spPr>
          <a:xfrm>
            <a:off x="1715400" y="3896280"/>
            <a:ext cx="9353160" cy="15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Las funciones manejan todas las funciones internas del programa, utilizando los objetos creados por las clases para cumplir con el proposito requerido.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4" name="Google Shape;905;p18" descr=""/>
          <p:cNvPicPr/>
          <p:nvPr/>
        </p:nvPicPr>
        <p:blipFill>
          <a:blip r:embed="rId1"/>
          <a:stretch/>
        </p:blipFill>
        <p:spPr>
          <a:xfrm>
            <a:off x="11674080" y="3891240"/>
            <a:ext cx="5599800" cy="4338360"/>
          </a:xfrm>
          <a:prstGeom prst="rect">
            <a:avLst/>
          </a:prstGeom>
          <a:ln w="0">
            <a:noFill/>
          </a:ln>
        </p:spPr>
      </p:pic>
      <p:pic>
        <p:nvPicPr>
          <p:cNvPr id="1025" name="" descr=""/>
          <p:cNvPicPr/>
          <p:nvPr/>
        </p:nvPicPr>
        <p:blipFill>
          <a:blip r:embed="rId2"/>
          <a:stretch/>
        </p:blipFill>
        <p:spPr>
          <a:xfrm>
            <a:off x="4114800" y="5937120"/>
            <a:ext cx="13498200" cy="3619440"/>
          </a:xfrm>
          <a:prstGeom prst="rect">
            <a:avLst/>
          </a:prstGeom>
          <a:ln w="0">
            <a:noFill/>
          </a:ln>
        </p:spPr>
      </p:pic>
      <p:sp>
        <p:nvSpPr>
          <p:cNvPr id="1026" name="Google Shape;904;p 1"/>
          <p:cNvSpPr/>
          <p:nvPr/>
        </p:nvSpPr>
        <p:spPr>
          <a:xfrm>
            <a:off x="10287000" y="6172200"/>
            <a:ext cx="6858000" cy="152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Esta funcion itera un dataframe y organiza su stock y min_stock en una lista para crear un gráfico.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"/>
          <p:cNvSpPr txBox="1"/>
          <p:nvPr/>
        </p:nvSpPr>
        <p:spPr>
          <a:xfrm>
            <a:off x="698400" y="6076800"/>
            <a:ext cx="3886200" cy="203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500" spc="-1" strike="noStrike">
                <a:solidFill>
                  <a:srgbClr val="5983b0"/>
                </a:solidFill>
                <a:latin typeface="Courier New"/>
                <a:ea typeface="Courier New"/>
              </a:rPr>
              <a:t>FUNCIÓN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4500" spc="-1" strike="noStrike">
                <a:solidFill>
                  <a:srgbClr val="ffe994"/>
                </a:solidFill>
                <a:latin typeface="Courier New"/>
                <a:ea typeface="Courier New"/>
              </a:rPr>
              <a:t>GENERAR GRÁFICO</a:t>
            </a:r>
            <a:r>
              <a:rPr b="0" lang="en-US" sz="4500" spc="-1" strike="noStrike">
                <a:solidFill>
                  <a:srgbClr val="ffde59"/>
                </a:solidFill>
                <a:latin typeface="Courier New"/>
                <a:ea typeface="Courier New"/>
              </a:rPr>
              <a:t>()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oogle Shape;880;p 1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1029" name="Google Shape;881;p 1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1030" name="Google Shape;882;p 1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31" name="Google Shape;883;p 1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32" name="Google Shape;884;p 1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1033" name="Google Shape;885;p 1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34" name="Google Shape;886;p 1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1035" name="Google Shape;887;p 1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1036" name="Google Shape;888;p 1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037" name="Google Shape;889;p 1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38" name="Google Shape;890;p 1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39" name="Google Shape;891;p 1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040" name="Google Shape;892;p 1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1" name="Google Shape;893;p 1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42" name="Google Shape;894;p 1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043" name="Google Shape;895;p 1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44" name="Google Shape;896;p 1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pic>
        <p:nvPicPr>
          <p:cNvPr id="1045" name="Google Shape;993;p 1" descr=""/>
          <p:cNvPicPr/>
          <p:nvPr/>
        </p:nvPicPr>
        <p:blipFill>
          <a:blip r:embed="rId1"/>
          <a:stretch/>
        </p:blipFill>
        <p:spPr>
          <a:xfrm>
            <a:off x="1143000" y="5384880"/>
            <a:ext cx="5248800" cy="3987720"/>
          </a:xfrm>
          <a:prstGeom prst="rect">
            <a:avLst/>
          </a:prstGeom>
          <a:ln w="0">
            <a:noFill/>
          </a:ln>
        </p:spPr>
      </p:pic>
      <p:pic>
        <p:nvPicPr>
          <p:cNvPr id="1046" name="" descr=""/>
          <p:cNvPicPr/>
          <p:nvPr/>
        </p:nvPicPr>
        <p:blipFill>
          <a:blip r:embed="rId2"/>
          <a:stretch/>
        </p:blipFill>
        <p:spPr>
          <a:xfrm>
            <a:off x="3875400" y="3886200"/>
            <a:ext cx="13498200" cy="3848040"/>
          </a:xfrm>
          <a:prstGeom prst="rect">
            <a:avLst/>
          </a:prstGeom>
          <a:ln w="0">
            <a:noFill/>
          </a:ln>
        </p:spPr>
      </p:pic>
      <p:sp>
        <p:nvSpPr>
          <p:cNvPr id="1047" name="Google Shape;904;p 3"/>
          <p:cNvSpPr/>
          <p:nvPr/>
        </p:nvSpPr>
        <p:spPr>
          <a:xfrm>
            <a:off x="6629400" y="2641320"/>
            <a:ext cx="1074420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Esta funcion recibe todos los datos generados por el programa (Fecha, Gráfico y Tabla de Productos)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914400" y="1396080"/>
            <a:ext cx="10744200" cy="203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500" spc="-1" strike="noStrike">
                <a:solidFill>
                  <a:srgbClr val="5983b0"/>
                </a:solidFill>
                <a:latin typeface="Courier New"/>
                <a:ea typeface="Courier New"/>
              </a:rPr>
              <a:t>FUNCIÓN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4500" spc="-1" strike="noStrike">
                <a:solidFill>
                  <a:srgbClr val="ffe994"/>
                </a:solidFill>
                <a:latin typeface="Courier New"/>
                <a:ea typeface="Courier New"/>
              </a:rPr>
              <a:t>GENERAR ORDEN DE COMPRA</a:t>
            </a:r>
            <a:r>
              <a:rPr b="0" lang="en-US" sz="4500" spc="-1" strike="noStrike">
                <a:solidFill>
                  <a:srgbClr val="ffde59"/>
                </a:solidFill>
                <a:latin typeface="Courier New"/>
                <a:ea typeface="Courier New"/>
              </a:rPr>
              <a:t>()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Google Shape;904;p 2"/>
          <p:cNvSpPr/>
          <p:nvPr/>
        </p:nvSpPr>
        <p:spPr>
          <a:xfrm>
            <a:off x="6629400" y="7899120"/>
            <a:ext cx="10744200" cy="20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Luego utiliza una plantilla .docx para insertar los elementos y crear un archivo word que luego convierte a .pdf.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880;p 2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1051" name="Google Shape;881;p 2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1052" name="Google Shape;882;p 2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53" name="Google Shape;883;p 2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54" name="Google Shape;884;p 2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1055" name="Google Shape;885;p 2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56" name="Google Shape;886;p 2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1057" name="Google Shape;887;p 2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1058" name="Google Shape;888;p 2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059" name="Google Shape;889;p 2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60" name="Google Shape;890;p 2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61" name="Google Shape;891;p 2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062" name="Google Shape;892;p 2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3" name="Google Shape;893;p 2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64" name="Google Shape;894;p 2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065" name="Google Shape;895;p 2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66" name="Google Shape;896;p 2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pic>
        <p:nvPicPr>
          <p:cNvPr id="1067" name="Google Shape;993;p 2" descr=""/>
          <p:cNvPicPr/>
          <p:nvPr/>
        </p:nvPicPr>
        <p:blipFill>
          <a:blip r:embed="rId1"/>
          <a:stretch/>
        </p:blipFill>
        <p:spPr>
          <a:xfrm>
            <a:off x="1143000" y="5384880"/>
            <a:ext cx="5248800" cy="3987720"/>
          </a:xfrm>
          <a:prstGeom prst="rect">
            <a:avLst/>
          </a:prstGeom>
          <a:ln w="0">
            <a:noFill/>
          </a:ln>
        </p:spPr>
      </p:pic>
      <p:pic>
        <p:nvPicPr>
          <p:cNvPr id="1068" name="" descr=""/>
          <p:cNvPicPr/>
          <p:nvPr/>
        </p:nvPicPr>
        <p:blipFill>
          <a:blip r:embed="rId2"/>
          <a:stretch/>
        </p:blipFill>
        <p:spPr>
          <a:xfrm>
            <a:off x="3875400" y="3886200"/>
            <a:ext cx="13498200" cy="3848040"/>
          </a:xfrm>
          <a:prstGeom prst="rect">
            <a:avLst/>
          </a:prstGeom>
          <a:ln w="0">
            <a:noFill/>
          </a:ln>
        </p:spPr>
      </p:pic>
      <p:sp>
        <p:nvSpPr>
          <p:cNvPr id="1069" name="Google Shape;904;p 4"/>
          <p:cNvSpPr/>
          <p:nvPr/>
        </p:nvSpPr>
        <p:spPr>
          <a:xfrm>
            <a:off x="6629400" y="2641320"/>
            <a:ext cx="1074420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Esta funcion recibe todos los datos generados por el programa (Fecha, Gráfico y Tabla de Productos)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914400" y="1396080"/>
            <a:ext cx="10744200" cy="203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4500" spc="-1" strike="noStrike">
                <a:solidFill>
                  <a:srgbClr val="5983b0"/>
                </a:solidFill>
                <a:latin typeface="Courier New"/>
                <a:ea typeface="Courier New"/>
              </a:rPr>
              <a:t>FUNCIÓN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4500" spc="-1" strike="noStrike">
                <a:solidFill>
                  <a:srgbClr val="ffe994"/>
                </a:solidFill>
                <a:latin typeface="Courier New"/>
                <a:ea typeface="Courier New"/>
              </a:rPr>
              <a:t>GENERAR ORDEN DE COMPRA</a:t>
            </a:r>
            <a:r>
              <a:rPr b="0" lang="en-US" sz="4500" spc="-1" strike="noStrike">
                <a:solidFill>
                  <a:srgbClr val="ffde59"/>
                </a:solidFill>
                <a:latin typeface="Courier New"/>
                <a:ea typeface="Courier New"/>
              </a:rPr>
              <a:t>()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Google Shape;904;p 5"/>
          <p:cNvSpPr/>
          <p:nvPr/>
        </p:nvSpPr>
        <p:spPr>
          <a:xfrm>
            <a:off x="6629400" y="7899120"/>
            <a:ext cx="10744200" cy="20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Luego utiliza una plantilla .docx para insertar los elementos y crear un archivo word que luego convierte a .pdf.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oogle Shape;1140;p23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1073" name="Google Shape;1141;p23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1074" name="Google Shape;1142;p23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75" name="Google Shape;1143;p23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76" name="Google Shape;1144;p23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1077" name="Google Shape;1145;p23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78" name="Google Shape;1146;p23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1079" name="Google Shape;1147;p23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1080" name="Google Shape;1148;p23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081" name="Google Shape;1149;p23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82" name="Google Shape;1150;p23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83" name="Google Shape;1151;p23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084" name="Google Shape;1152;p23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5" name="Google Shape;1153;p23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086" name="Google Shape;1154;p23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087" name="Google Shape;1155;p23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88" name="Google Shape;1156;p23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1089" name="Google Shape;1157;p23"/>
          <p:cNvGrpSpPr/>
          <p:nvPr/>
        </p:nvGrpSpPr>
        <p:grpSpPr>
          <a:xfrm>
            <a:off x="1209960" y="1613520"/>
            <a:ext cx="12807000" cy="1663200"/>
            <a:chOff x="1209960" y="1613520"/>
            <a:chExt cx="12807000" cy="1663200"/>
          </a:xfrm>
        </p:grpSpPr>
        <p:sp>
          <p:nvSpPr>
            <p:cNvPr id="1090" name="Google Shape;1158;p23"/>
            <p:cNvSpPr/>
            <p:nvPr/>
          </p:nvSpPr>
          <p:spPr>
            <a:xfrm>
              <a:off x="1209960" y="1780560"/>
              <a:ext cx="12807000" cy="1496160"/>
            </a:xfrm>
            <a:custGeom>
              <a:avLst/>
              <a:gdLst>
                <a:gd name="textAreaLeft" fmla="*/ 0 w 12807000"/>
                <a:gd name="textAreaRight" fmla="*/ 12807360 w 1280700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3651933" h="426740">
                  <a:moveTo>
                    <a:pt x="9672" y="0"/>
                  </a:moveTo>
                  <a:lnTo>
                    <a:pt x="3642261" y="0"/>
                  </a:lnTo>
                  <a:cubicBezTo>
                    <a:pt x="3647603" y="0"/>
                    <a:pt x="3651933" y="4330"/>
                    <a:pt x="3651933" y="9672"/>
                  </a:cubicBezTo>
                  <a:lnTo>
                    <a:pt x="3651933" y="417068"/>
                  </a:lnTo>
                  <a:cubicBezTo>
                    <a:pt x="3651933" y="422410"/>
                    <a:pt x="3647603" y="426740"/>
                    <a:pt x="3642261" y="426740"/>
                  </a:cubicBezTo>
                  <a:lnTo>
                    <a:pt x="9672" y="426740"/>
                  </a:lnTo>
                  <a:cubicBezTo>
                    <a:pt x="4330" y="426740"/>
                    <a:pt x="0" y="422410"/>
                    <a:pt x="0" y="417068"/>
                  </a:cubicBezTo>
                  <a:lnTo>
                    <a:pt x="0" y="9672"/>
                  </a:lnTo>
                  <a:cubicBezTo>
                    <a:pt x="0" y="4330"/>
                    <a:pt x="4330" y="0"/>
                    <a:pt x="9672" y="0"/>
                  </a:cubicBezTo>
                  <a:close/>
                </a:path>
              </a:pathLst>
            </a:custGeom>
            <a:solidFill>
              <a:srgbClr val="ff66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1" name="Google Shape;1159;p23"/>
            <p:cNvSpPr/>
            <p:nvPr/>
          </p:nvSpPr>
          <p:spPr>
            <a:xfrm>
              <a:off x="1209960" y="1613520"/>
              <a:ext cx="1280700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92" name="Google Shape;1160;p23"/>
          <p:cNvGrpSpPr/>
          <p:nvPr/>
        </p:nvGrpSpPr>
        <p:grpSpPr>
          <a:xfrm>
            <a:off x="1385280" y="1733760"/>
            <a:ext cx="12807000" cy="1663200"/>
            <a:chOff x="1385280" y="1733760"/>
            <a:chExt cx="12807000" cy="1663200"/>
          </a:xfrm>
        </p:grpSpPr>
        <p:sp>
          <p:nvSpPr>
            <p:cNvPr id="1093" name="Google Shape;1161;p23"/>
            <p:cNvSpPr/>
            <p:nvPr/>
          </p:nvSpPr>
          <p:spPr>
            <a:xfrm>
              <a:off x="1385280" y="1900800"/>
              <a:ext cx="12807000" cy="1496160"/>
            </a:xfrm>
            <a:custGeom>
              <a:avLst/>
              <a:gdLst>
                <a:gd name="textAreaLeft" fmla="*/ 0 w 12807000"/>
                <a:gd name="textAreaRight" fmla="*/ 12807360 w 1280700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3651933" h="426740">
                  <a:moveTo>
                    <a:pt x="10881" y="0"/>
                  </a:moveTo>
                  <a:lnTo>
                    <a:pt x="3641052" y="0"/>
                  </a:lnTo>
                  <a:cubicBezTo>
                    <a:pt x="3647061" y="0"/>
                    <a:pt x="3651933" y="4871"/>
                    <a:pt x="3651933" y="10881"/>
                  </a:cubicBezTo>
                  <a:lnTo>
                    <a:pt x="3651933" y="415859"/>
                  </a:lnTo>
                  <a:cubicBezTo>
                    <a:pt x="3651933" y="421869"/>
                    <a:pt x="3647061" y="426740"/>
                    <a:pt x="3641052" y="426740"/>
                  </a:cubicBezTo>
                  <a:lnTo>
                    <a:pt x="10881" y="426740"/>
                  </a:lnTo>
                  <a:cubicBezTo>
                    <a:pt x="7995" y="426740"/>
                    <a:pt x="5227" y="425594"/>
                    <a:pt x="3187" y="423553"/>
                  </a:cubicBezTo>
                  <a:cubicBezTo>
                    <a:pt x="1146" y="421513"/>
                    <a:pt x="0" y="418745"/>
                    <a:pt x="0" y="415859"/>
                  </a:cubicBezTo>
                  <a:lnTo>
                    <a:pt x="0" y="10881"/>
                  </a:lnTo>
                  <a:cubicBezTo>
                    <a:pt x="0" y="4871"/>
                    <a:pt x="4871" y="0"/>
                    <a:pt x="10881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4" name="Google Shape;1162;p23"/>
            <p:cNvSpPr/>
            <p:nvPr/>
          </p:nvSpPr>
          <p:spPr>
            <a:xfrm>
              <a:off x="1385280" y="1733760"/>
              <a:ext cx="1280700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95" name="Google Shape;1166;p23"/>
          <p:cNvSpPr/>
          <p:nvPr/>
        </p:nvSpPr>
        <p:spPr>
          <a:xfrm>
            <a:off x="1599480" y="1911240"/>
            <a:ext cx="12027960" cy="6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500" spc="-1" strike="noStrike">
                <a:solidFill>
                  <a:srgbClr val="5983b0"/>
                </a:solidFill>
                <a:latin typeface="Courier New"/>
                <a:ea typeface="Courier New"/>
              </a:rPr>
              <a:t>FUNCIÓN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4500" spc="-1" strike="noStrike">
                <a:solidFill>
                  <a:srgbClr val="ffe994"/>
                </a:solidFill>
                <a:latin typeface="Courier New"/>
                <a:ea typeface="Courier New"/>
              </a:rPr>
              <a:t>ANALIZAR INVENTARIO</a:t>
            </a:r>
            <a:r>
              <a:rPr b="0" lang="en-US" sz="4500" spc="-1" strike="noStrike">
                <a:solidFill>
                  <a:srgbClr val="ffde59"/>
                </a:solidFill>
                <a:latin typeface="Courier New"/>
                <a:ea typeface="Courier New"/>
              </a:rPr>
              <a:t>()</a:t>
            </a:r>
            <a:r>
              <a:rPr b="0" lang="en-US" sz="45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6" name="Google Shape;1167;p23"/>
          <p:cNvSpPr/>
          <p:nvPr/>
        </p:nvSpPr>
        <p:spPr>
          <a:xfrm>
            <a:off x="1242720" y="3761640"/>
            <a:ext cx="2414880" cy="55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Esta es la funcion principal del programa que llama a todas las demas.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Lee el archivo .xlsx del inventario.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97" name="" descr=""/>
          <p:cNvPicPr/>
          <p:nvPr/>
        </p:nvPicPr>
        <p:blipFill>
          <a:blip r:embed="rId1"/>
          <a:stretch/>
        </p:blipFill>
        <p:spPr>
          <a:xfrm>
            <a:off x="3886200" y="3886200"/>
            <a:ext cx="13498200" cy="565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8" name="Google Shape;910;p19"/>
          <p:cNvGrpSpPr/>
          <p:nvPr/>
        </p:nvGrpSpPr>
        <p:grpSpPr>
          <a:xfrm>
            <a:off x="486000" y="325800"/>
            <a:ext cx="17315640" cy="9454320"/>
            <a:chOff x="486000" y="325800"/>
            <a:chExt cx="17315640" cy="9454320"/>
          </a:xfrm>
        </p:grpSpPr>
        <p:grpSp>
          <p:nvGrpSpPr>
            <p:cNvPr id="1099" name="Google Shape;911;p19"/>
            <p:cNvGrpSpPr/>
            <p:nvPr/>
          </p:nvGrpSpPr>
          <p:grpSpPr>
            <a:xfrm>
              <a:off x="486000" y="325800"/>
              <a:ext cx="17301600" cy="9454320"/>
              <a:chOff x="486000" y="325800"/>
              <a:chExt cx="17301600" cy="9454320"/>
            </a:xfrm>
          </p:grpSpPr>
          <p:sp>
            <p:nvSpPr>
              <p:cNvPr id="1100" name="Google Shape;912;p19"/>
              <p:cNvSpPr/>
              <p:nvPr/>
            </p:nvSpPr>
            <p:spPr>
              <a:xfrm>
                <a:off x="48600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101" name="Google Shape;913;p19"/>
              <p:cNvSpPr/>
              <p:nvPr/>
            </p:nvSpPr>
            <p:spPr>
              <a:xfrm>
                <a:off x="48600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102" name="Google Shape;914;p19"/>
            <p:cNvGrpSpPr/>
            <p:nvPr/>
          </p:nvGrpSpPr>
          <p:grpSpPr>
            <a:xfrm>
              <a:off x="500040" y="325800"/>
              <a:ext cx="17301600" cy="9454320"/>
              <a:chOff x="500040" y="325800"/>
              <a:chExt cx="17301600" cy="9454320"/>
            </a:xfrm>
          </p:grpSpPr>
          <p:sp>
            <p:nvSpPr>
              <p:cNvPr id="1103" name="Google Shape;915;p19"/>
              <p:cNvSpPr/>
              <p:nvPr/>
            </p:nvSpPr>
            <p:spPr>
              <a:xfrm>
                <a:off x="500040" y="506880"/>
                <a:ext cx="17301600" cy="9273240"/>
              </a:xfrm>
              <a:custGeom>
                <a:avLst/>
                <a:gdLst>
                  <a:gd name="textAreaLeft" fmla="*/ 0 w 17301600"/>
                  <a:gd name="textAreaRight" fmla="*/ 17301960 w 17301600"/>
                  <a:gd name="textAreaTop" fmla="*/ 0 h 9273240"/>
                  <a:gd name="textAreaBottom" fmla="*/ 9273600 h 9273240"/>
                </a:gdLst>
                <a:ahLst/>
                <a:rect l="textAreaLeft" t="textAreaTop" r="textAreaRight" b="textAreaBottom"/>
                <a:pathLst>
                  <a:path w="4556882" h="2442401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noFill/>
              <a:ln cap="rnd" w="2857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104" name="Google Shape;916;p19"/>
              <p:cNvSpPr/>
              <p:nvPr/>
            </p:nvSpPr>
            <p:spPr>
              <a:xfrm>
                <a:off x="500040" y="325800"/>
                <a:ext cx="17301600" cy="945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cxnSp>
          <p:nvCxnSpPr>
            <p:cNvPr id="1105" name="Google Shape;917;p19"/>
            <p:cNvCxnSpPr/>
            <p:nvPr/>
          </p:nvCxnSpPr>
          <p:spPr>
            <a:xfrm flipV="1">
              <a:off x="499680" y="1118160"/>
              <a:ext cx="17274600" cy="19440"/>
            </a:xfrm>
            <a:prstGeom prst="straightConnector1">
              <a:avLst/>
            </a:prstGeom>
            <a:ln w="38100">
              <a:solidFill>
                <a:srgbClr val="ffffff"/>
              </a:solidFill>
              <a:round/>
            </a:ln>
          </p:spPr>
        </p:cxnSp>
        <p:grpSp>
          <p:nvGrpSpPr>
            <p:cNvPr id="1106" name="Google Shape;918;p19"/>
            <p:cNvGrpSpPr/>
            <p:nvPr/>
          </p:nvGrpSpPr>
          <p:grpSpPr>
            <a:xfrm>
              <a:off x="725040" y="658080"/>
              <a:ext cx="295560" cy="295560"/>
              <a:chOff x="725040" y="658080"/>
              <a:chExt cx="295560" cy="295560"/>
            </a:xfrm>
          </p:grpSpPr>
          <p:sp>
            <p:nvSpPr>
              <p:cNvPr id="1107" name="Google Shape;919;p19"/>
              <p:cNvSpPr/>
              <p:nvPr/>
            </p:nvSpPr>
            <p:spPr>
              <a:xfrm>
                <a:off x="72504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108" name="Google Shape;920;p19"/>
              <p:cNvSpPr/>
              <p:nvPr/>
            </p:nvSpPr>
            <p:spPr>
              <a:xfrm>
                <a:off x="75276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109" name="Google Shape;921;p19"/>
            <p:cNvGrpSpPr/>
            <p:nvPr/>
          </p:nvGrpSpPr>
          <p:grpSpPr>
            <a:xfrm>
              <a:off x="1227960" y="658080"/>
              <a:ext cx="295560" cy="295560"/>
              <a:chOff x="1227960" y="658080"/>
              <a:chExt cx="295560" cy="295560"/>
            </a:xfrm>
          </p:grpSpPr>
          <p:sp>
            <p:nvSpPr>
              <p:cNvPr id="1110" name="Google Shape;922;p19"/>
              <p:cNvSpPr/>
              <p:nvPr/>
            </p:nvSpPr>
            <p:spPr>
              <a:xfrm>
                <a:off x="122796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1" name="Google Shape;923;p19"/>
              <p:cNvSpPr/>
              <p:nvPr/>
            </p:nvSpPr>
            <p:spPr>
              <a:xfrm>
                <a:off x="125568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grpSp>
          <p:nvGrpSpPr>
            <p:cNvPr id="1112" name="Google Shape;924;p19"/>
            <p:cNvGrpSpPr/>
            <p:nvPr/>
          </p:nvGrpSpPr>
          <p:grpSpPr>
            <a:xfrm>
              <a:off x="1733400" y="658080"/>
              <a:ext cx="295560" cy="295560"/>
              <a:chOff x="1733400" y="658080"/>
              <a:chExt cx="295560" cy="295560"/>
            </a:xfrm>
          </p:grpSpPr>
          <p:sp>
            <p:nvSpPr>
              <p:cNvPr id="1113" name="Google Shape;925;p19"/>
              <p:cNvSpPr/>
              <p:nvPr/>
            </p:nvSpPr>
            <p:spPr>
              <a:xfrm>
                <a:off x="1733400" y="658080"/>
                <a:ext cx="295560" cy="295560"/>
              </a:xfrm>
              <a:custGeom>
                <a:avLst/>
                <a:gdLst>
                  <a:gd name="textAreaLeft" fmla="*/ 0 w 295560"/>
                  <a:gd name="textAreaRight" fmla="*/ 295920 w 295560"/>
                  <a:gd name="textAreaTop" fmla="*/ 0 h 295560"/>
                  <a:gd name="textAreaBottom" fmla="*/ 295920 h 295560"/>
                </a:gdLst>
                <a:ah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cap="sq" w="28575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14" name="Google Shape;926;p19"/>
              <p:cNvSpPr/>
              <p:nvPr/>
            </p:nvSpPr>
            <p:spPr>
              <a:xfrm>
                <a:off x="1761120" y="668520"/>
                <a:ext cx="240120" cy="2574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rIns="50760" tIns="50760" bIns="50760" anchor="ctr">
                <a:noAutofit/>
              </a:bodyPr>
              <a:p>
                <a:pPr algn="ctr">
                  <a:lnSpc>
                    <a:spcPct val="186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</p:grpSp>
      <p:grpSp>
        <p:nvGrpSpPr>
          <p:cNvPr id="1115" name="Google Shape;927;p19"/>
          <p:cNvGrpSpPr/>
          <p:nvPr/>
        </p:nvGrpSpPr>
        <p:grpSpPr>
          <a:xfrm>
            <a:off x="1028880" y="1369440"/>
            <a:ext cx="9355680" cy="1663200"/>
            <a:chOff x="1028880" y="1369440"/>
            <a:chExt cx="9355680" cy="1663200"/>
          </a:xfrm>
        </p:grpSpPr>
        <p:sp>
          <p:nvSpPr>
            <p:cNvPr id="1116" name="Google Shape;928;p19"/>
            <p:cNvSpPr/>
            <p:nvPr/>
          </p:nvSpPr>
          <p:spPr>
            <a:xfrm>
              <a:off x="1028880" y="1536480"/>
              <a:ext cx="9355680" cy="1496160"/>
            </a:xfrm>
            <a:custGeom>
              <a:avLst/>
              <a:gdLst>
                <a:gd name="textAreaLeft" fmla="*/ 0 w 9355680"/>
                <a:gd name="textAreaRight" fmla="*/ 9356040 w 935568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2667823" h="426740">
                  <a:moveTo>
                    <a:pt x="13240" y="0"/>
                  </a:moveTo>
                  <a:lnTo>
                    <a:pt x="2654584" y="0"/>
                  </a:lnTo>
                  <a:cubicBezTo>
                    <a:pt x="2658095" y="0"/>
                    <a:pt x="2661463" y="1395"/>
                    <a:pt x="2663945" y="3878"/>
                  </a:cubicBezTo>
                  <a:cubicBezTo>
                    <a:pt x="2666428" y="6361"/>
                    <a:pt x="2667823" y="9728"/>
                    <a:pt x="2667823" y="13240"/>
                  </a:cubicBezTo>
                  <a:lnTo>
                    <a:pt x="2667823" y="413501"/>
                  </a:lnTo>
                  <a:cubicBezTo>
                    <a:pt x="2667823" y="417012"/>
                    <a:pt x="2666428" y="420379"/>
                    <a:pt x="2663945" y="422862"/>
                  </a:cubicBezTo>
                  <a:cubicBezTo>
                    <a:pt x="2661463" y="425345"/>
                    <a:pt x="2658095" y="426740"/>
                    <a:pt x="2654584" y="426740"/>
                  </a:cubicBezTo>
                  <a:lnTo>
                    <a:pt x="13240" y="426740"/>
                  </a:lnTo>
                  <a:cubicBezTo>
                    <a:pt x="9728" y="426740"/>
                    <a:pt x="6361" y="425345"/>
                    <a:pt x="3878" y="422862"/>
                  </a:cubicBezTo>
                  <a:cubicBezTo>
                    <a:pt x="1395" y="420379"/>
                    <a:pt x="0" y="417012"/>
                    <a:pt x="0" y="413501"/>
                  </a:cubicBezTo>
                  <a:lnTo>
                    <a:pt x="0" y="13240"/>
                  </a:lnTo>
                  <a:cubicBezTo>
                    <a:pt x="0" y="9728"/>
                    <a:pt x="1395" y="6361"/>
                    <a:pt x="3878" y="3878"/>
                  </a:cubicBezTo>
                  <a:cubicBezTo>
                    <a:pt x="6361" y="1395"/>
                    <a:pt x="9728" y="0"/>
                    <a:pt x="13240" y="0"/>
                  </a:cubicBezTo>
                  <a:close/>
                </a:path>
              </a:pathLst>
            </a:custGeom>
            <a:solidFill>
              <a:srgbClr val="c1ff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7" name="Google Shape;929;p19"/>
            <p:cNvSpPr/>
            <p:nvPr/>
          </p:nvSpPr>
          <p:spPr>
            <a:xfrm>
              <a:off x="1028880" y="1369440"/>
              <a:ext cx="935568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18" name="Google Shape;930;p19"/>
          <p:cNvGrpSpPr/>
          <p:nvPr/>
        </p:nvGrpSpPr>
        <p:grpSpPr>
          <a:xfrm>
            <a:off x="1156680" y="1489320"/>
            <a:ext cx="9355680" cy="1663200"/>
            <a:chOff x="1156680" y="1489320"/>
            <a:chExt cx="9355680" cy="1663200"/>
          </a:xfrm>
        </p:grpSpPr>
        <p:sp>
          <p:nvSpPr>
            <p:cNvPr id="1119" name="Google Shape;931;p19"/>
            <p:cNvSpPr/>
            <p:nvPr/>
          </p:nvSpPr>
          <p:spPr>
            <a:xfrm>
              <a:off x="1156680" y="1656360"/>
              <a:ext cx="9355680" cy="1496160"/>
            </a:xfrm>
            <a:custGeom>
              <a:avLst/>
              <a:gdLst>
                <a:gd name="textAreaLeft" fmla="*/ 0 w 9355680"/>
                <a:gd name="textAreaRight" fmla="*/ 9356040 w 9355680"/>
                <a:gd name="textAreaTop" fmla="*/ 0 h 1496160"/>
                <a:gd name="textAreaBottom" fmla="*/ 1496520 h 1496160"/>
              </a:gdLst>
              <a:ahLst/>
              <a:rect l="textAreaLeft" t="textAreaTop" r="textAreaRight" b="textAreaBottom"/>
              <a:pathLst>
                <a:path w="2667823" h="426740">
                  <a:moveTo>
                    <a:pt x="14895" y="0"/>
                  </a:moveTo>
                  <a:lnTo>
                    <a:pt x="2652929" y="0"/>
                  </a:lnTo>
                  <a:cubicBezTo>
                    <a:pt x="2656879" y="0"/>
                    <a:pt x="2660667" y="1569"/>
                    <a:pt x="2663461" y="4363"/>
                  </a:cubicBezTo>
                  <a:cubicBezTo>
                    <a:pt x="2666254" y="7156"/>
                    <a:pt x="2667823" y="10944"/>
                    <a:pt x="2667823" y="14895"/>
                  </a:cubicBezTo>
                  <a:lnTo>
                    <a:pt x="2667823" y="411846"/>
                  </a:lnTo>
                  <a:cubicBezTo>
                    <a:pt x="2667823" y="420072"/>
                    <a:pt x="2661155" y="426740"/>
                    <a:pt x="2652929" y="426740"/>
                  </a:cubicBezTo>
                  <a:lnTo>
                    <a:pt x="14895" y="426740"/>
                  </a:lnTo>
                  <a:cubicBezTo>
                    <a:pt x="10944" y="426740"/>
                    <a:pt x="7156" y="425171"/>
                    <a:pt x="4363" y="422378"/>
                  </a:cubicBezTo>
                  <a:cubicBezTo>
                    <a:pt x="1569" y="419584"/>
                    <a:pt x="0" y="415796"/>
                    <a:pt x="0" y="411846"/>
                  </a:cubicBezTo>
                  <a:lnTo>
                    <a:pt x="0" y="14895"/>
                  </a:lnTo>
                  <a:cubicBezTo>
                    <a:pt x="0" y="6668"/>
                    <a:pt x="6668" y="0"/>
                    <a:pt x="14895" y="0"/>
                  </a:cubicBezTo>
                  <a:close/>
                </a:path>
              </a:pathLst>
            </a:custGeom>
            <a:solidFill>
              <a:srgbClr val="000000"/>
            </a:solidFill>
            <a:ln cap="sq"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0" name="Google Shape;932;p19"/>
            <p:cNvSpPr/>
            <p:nvPr/>
          </p:nvSpPr>
          <p:spPr>
            <a:xfrm>
              <a:off x="1156680" y="1489320"/>
              <a:ext cx="9355680" cy="166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0480" rIns="60480" tIns="60480" bIns="60480" anchor="ctr">
              <a:noAutofit/>
            </a:bodyPr>
            <a:p>
              <a:pPr algn="ctr">
                <a:lnSpc>
                  <a:spcPct val="186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21" name="Google Shape;934;p19"/>
          <p:cNvSpPr/>
          <p:nvPr/>
        </p:nvSpPr>
        <p:spPr>
          <a:xfrm>
            <a:off x="914400" y="4059360"/>
            <a:ext cx="5466960" cy="1760760"/>
          </a:xfrm>
          <a:custGeom>
            <a:avLst/>
            <a:gdLst>
              <a:gd name="textAreaLeft" fmla="*/ 0 w 5466960"/>
              <a:gd name="textAreaRight" fmla="*/ 5467320 w 5466960"/>
              <a:gd name="textAreaTop" fmla="*/ 0 h 1760760"/>
              <a:gd name="textAreaBottom" fmla="*/ 1761120 h 1760760"/>
            </a:gdLst>
            <a:ahLst/>
            <a:rect l="textAreaLeft" t="textAreaTop" r="textAreaRight" b="textAreaBottom"/>
            <a:pathLst>
              <a:path w="812800" h="812800">
                <a:moveTo>
                  <a:pt x="37910" y="0"/>
                </a:moveTo>
                <a:lnTo>
                  <a:pt x="774890" y="0"/>
                </a:lnTo>
                <a:cubicBezTo>
                  <a:pt x="784945" y="0"/>
                  <a:pt x="794587" y="3994"/>
                  <a:pt x="801697" y="11103"/>
                </a:cubicBezTo>
                <a:cubicBezTo>
                  <a:pt x="808806" y="18213"/>
                  <a:pt x="812800" y="27855"/>
                  <a:pt x="812800" y="37910"/>
                </a:cubicBezTo>
                <a:lnTo>
                  <a:pt x="812800" y="774890"/>
                </a:lnTo>
                <a:cubicBezTo>
                  <a:pt x="812800" y="784945"/>
                  <a:pt x="808806" y="794587"/>
                  <a:pt x="801697" y="801697"/>
                </a:cubicBezTo>
                <a:cubicBezTo>
                  <a:pt x="794587" y="808806"/>
                  <a:pt x="784945" y="812800"/>
                  <a:pt x="774890" y="812800"/>
                </a:cubicBezTo>
                <a:lnTo>
                  <a:pt x="37910" y="812800"/>
                </a:lnTo>
                <a:cubicBezTo>
                  <a:pt x="27855" y="812800"/>
                  <a:pt x="18213" y="808806"/>
                  <a:pt x="11103" y="801697"/>
                </a:cubicBezTo>
                <a:cubicBezTo>
                  <a:pt x="3994" y="794587"/>
                  <a:pt x="0" y="784945"/>
                  <a:pt x="0" y="774890"/>
                </a:cubicBezTo>
                <a:lnTo>
                  <a:pt x="0" y="37910"/>
                </a:lnTo>
                <a:cubicBezTo>
                  <a:pt x="0" y="27855"/>
                  <a:pt x="3994" y="18213"/>
                  <a:pt x="11103" y="11103"/>
                </a:cubicBezTo>
                <a:cubicBezTo>
                  <a:pt x="18213" y="3994"/>
                  <a:pt x="27855" y="0"/>
                  <a:pt x="37910" y="0"/>
                </a:cubicBezTo>
                <a:close/>
              </a:path>
            </a:pathLst>
          </a:custGeom>
          <a:solidFill>
            <a:srgbClr val="c1ff72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Google Shape;935;p19"/>
          <p:cNvSpPr/>
          <p:nvPr/>
        </p:nvSpPr>
        <p:spPr>
          <a:xfrm>
            <a:off x="1359720" y="1542960"/>
            <a:ext cx="878184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9000"/>
              </a:lnSpc>
              <a:tabLst>
                <a:tab algn="l" pos="0"/>
              </a:tabLst>
            </a:pPr>
            <a:r>
              <a:rPr b="0" lang="en-US" sz="8630" spc="-1" strike="noStrike">
                <a:solidFill>
                  <a:srgbClr val="ffffff"/>
                </a:solidFill>
                <a:latin typeface="Courier New"/>
                <a:ea typeface="Courier New"/>
              </a:rPr>
              <a:t>.XLSX Y .DOCX</a:t>
            </a:r>
            <a:endParaRPr b="0" lang="en-US" sz="86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3" name="Google Shape;936;p19"/>
          <p:cNvSpPr/>
          <p:nvPr/>
        </p:nvSpPr>
        <p:spPr>
          <a:xfrm>
            <a:off x="6819480" y="3524040"/>
            <a:ext cx="1009692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Estos son los archivos utilizados por el programa y sus formatos son clave para el funcionamiento del mismo.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24" name="" descr=""/>
          <p:cNvPicPr/>
          <p:nvPr/>
        </p:nvPicPr>
        <p:blipFill>
          <a:blip r:embed="rId1"/>
          <a:stretch/>
        </p:blipFill>
        <p:spPr>
          <a:xfrm>
            <a:off x="1087200" y="4219920"/>
            <a:ext cx="5486760" cy="1723680"/>
          </a:xfrm>
          <a:prstGeom prst="rect">
            <a:avLst/>
          </a:prstGeom>
          <a:ln w="0">
            <a:noFill/>
          </a:ln>
        </p:spPr>
      </p:pic>
      <p:sp>
        <p:nvSpPr>
          <p:cNvPr id="1125" name="Google Shape;936;p 1"/>
          <p:cNvSpPr/>
          <p:nvPr/>
        </p:nvSpPr>
        <p:spPr>
          <a:xfrm>
            <a:off x="875880" y="6126120"/>
            <a:ext cx="9182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Este es el inventario, cuyas columnas se monitorizan cada vez que la </a:t>
            </a:r>
            <a:r>
              <a:rPr b="0" lang="en-US" sz="2400" spc="-1" strike="noStrike">
                <a:solidFill>
                  <a:srgbClr val="5983b0"/>
                </a:solidFill>
                <a:latin typeface="Courier New"/>
                <a:ea typeface="Courier New"/>
              </a:rPr>
              <a:t>FUNCIÓN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2400" spc="-1" strike="noStrike">
                <a:solidFill>
                  <a:srgbClr val="ffe994"/>
                </a:solidFill>
                <a:latin typeface="Courier New"/>
                <a:ea typeface="Courier New"/>
              </a:rPr>
              <a:t>ANALIZAR INVENTARIO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Courier New"/>
              </a:rPr>
              <a:t>se ejecuta.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6" name="Google Shape;934;p 1"/>
          <p:cNvSpPr/>
          <p:nvPr/>
        </p:nvSpPr>
        <p:spPr>
          <a:xfrm>
            <a:off x="10287000" y="5029200"/>
            <a:ext cx="6629400" cy="4343400"/>
          </a:xfrm>
          <a:custGeom>
            <a:avLst/>
            <a:gdLst>
              <a:gd name="textAreaLeft" fmla="*/ 0 w 6629400"/>
              <a:gd name="textAreaRight" fmla="*/ 6629760 w 6629400"/>
              <a:gd name="textAreaTop" fmla="*/ 0 h 4343400"/>
              <a:gd name="textAreaBottom" fmla="*/ 4343760 h 4343400"/>
            </a:gdLst>
            <a:ahLst/>
            <a:rect l="textAreaLeft" t="textAreaTop" r="textAreaRight" b="textAreaBottom"/>
            <a:pathLst>
              <a:path w="812800" h="812800">
                <a:moveTo>
                  <a:pt x="37910" y="0"/>
                </a:moveTo>
                <a:lnTo>
                  <a:pt x="774890" y="0"/>
                </a:lnTo>
                <a:cubicBezTo>
                  <a:pt x="784945" y="0"/>
                  <a:pt x="794587" y="3994"/>
                  <a:pt x="801697" y="11103"/>
                </a:cubicBezTo>
                <a:cubicBezTo>
                  <a:pt x="808806" y="18213"/>
                  <a:pt x="812800" y="27855"/>
                  <a:pt x="812800" y="37910"/>
                </a:cubicBezTo>
                <a:lnTo>
                  <a:pt x="812800" y="774890"/>
                </a:lnTo>
                <a:cubicBezTo>
                  <a:pt x="812800" y="784945"/>
                  <a:pt x="808806" y="794587"/>
                  <a:pt x="801697" y="801697"/>
                </a:cubicBezTo>
                <a:cubicBezTo>
                  <a:pt x="794587" y="808806"/>
                  <a:pt x="784945" y="812800"/>
                  <a:pt x="774890" y="812800"/>
                </a:cubicBezTo>
                <a:lnTo>
                  <a:pt x="37910" y="812800"/>
                </a:lnTo>
                <a:cubicBezTo>
                  <a:pt x="27855" y="812800"/>
                  <a:pt x="18213" y="808806"/>
                  <a:pt x="11103" y="801697"/>
                </a:cubicBezTo>
                <a:cubicBezTo>
                  <a:pt x="3994" y="794587"/>
                  <a:pt x="0" y="784945"/>
                  <a:pt x="0" y="774890"/>
                </a:cubicBezTo>
                <a:lnTo>
                  <a:pt x="0" y="37910"/>
                </a:lnTo>
                <a:cubicBezTo>
                  <a:pt x="0" y="27855"/>
                  <a:pt x="3994" y="18213"/>
                  <a:pt x="11103" y="11103"/>
                </a:cubicBezTo>
                <a:cubicBezTo>
                  <a:pt x="18213" y="3994"/>
                  <a:pt x="27855" y="0"/>
                  <a:pt x="37910" y="0"/>
                </a:cubicBezTo>
                <a:close/>
              </a:path>
            </a:pathLst>
          </a:custGeom>
          <a:solidFill>
            <a:srgbClr val="c1ff72"/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7" name="" descr=""/>
          <p:cNvPicPr/>
          <p:nvPr/>
        </p:nvPicPr>
        <p:blipFill>
          <a:blip r:embed="rId2"/>
          <a:srcRect l="0" t="12981" r="0" b="0"/>
          <a:stretch/>
        </p:blipFill>
        <p:spPr>
          <a:xfrm>
            <a:off x="10519920" y="5257800"/>
            <a:ext cx="6625080" cy="4343400"/>
          </a:xfrm>
          <a:prstGeom prst="rect">
            <a:avLst/>
          </a:prstGeom>
          <a:ln w="0">
            <a:noFill/>
          </a:ln>
        </p:spPr>
      </p:pic>
      <p:sp>
        <p:nvSpPr>
          <p:cNvPr id="1128" name="Google Shape;936;p 2"/>
          <p:cNvSpPr/>
          <p:nvPr/>
        </p:nvSpPr>
        <p:spPr>
          <a:xfrm>
            <a:off x="875880" y="8047080"/>
            <a:ext cx="9182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Roboto Mono"/>
              </a:rPr>
              <a:t>Esta es la plantilla utilizada para generar el reporte final. Es cargado por la </a:t>
            </a:r>
            <a:r>
              <a:rPr b="0" lang="en-US" sz="2400" spc="-1" strike="noStrike">
                <a:solidFill>
                  <a:srgbClr val="5983b0"/>
                </a:solidFill>
                <a:latin typeface="Courier New"/>
                <a:ea typeface="Courier New"/>
              </a:rPr>
              <a:t>FUNCIÓN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2400" spc="-1" strike="noStrike">
                <a:solidFill>
                  <a:srgbClr val="ffe994"/>
                </a:solidFill>
                <a:latin typeface="Courier New"/>
                <a:ea typeface="Courier New"/>
              </a:rPr>
              <a:t>generar hoja de compra</a:t>
            </a:r>
            <a:r>
              <a:rPr b="0" lang="en-US" sz="2400" spc="-1" strike="noStrike">
                <a:solidFill>
                  <a:srgbClr val="ffffff"/>
                </a:solidFill>
                <a:latin typeface="Courier New"/>
                <a:ea typeface="Courier New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Roboto Mono"/>
                <a:ea typeface="Courier New"/>
              </a:rPr>
              <a:t>y se le inserta la información recolectada y generada por el programa.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LibreOffice/24.2.5.2$Windows_X86_64 LibreOffice_project/bffef4ea93e59bebbeaf7f431bb02b1a39ee8a59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2025-11-28T20:55:10Z</dcterms:modified>
  <cp:revision>1</cp:revision>
  <dc:subject/>
  <dc:title/>
</cp:coreProperties>
</file>